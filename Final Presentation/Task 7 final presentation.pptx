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6EE"/>
    <a:srgbClr val="0E74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331B3-3970-427F-AF49-47BCD01237DC}" v="15" dt="2026-07-04T05:47:49.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1" d="100"/>
          <a:sy n="41" d="100"/>
        </p:scale>
        <p:origin x="2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Etuge" userId="928a3f485296ae5a" providerId="LiveId" clId="{7279F1D9-654D-4285-B083-2BAD12A0249F}"/>
    <pc:docChg chg="undo custSel addSld delSld modSld">
      <pc:chgData name="Bryan Etuge" userId="928a3f485296ae5a" providerId="LiveId" clId="{7279F1D9-654D-4285-B083-2BAD12A0249F}" dt="2026-07-04T05:53:43.915" v="176" actId="14861"/>
      <pc:docMkLst>
        <pc:docMk/>
      </pc:docMkLst>
      <pc:sldChg chg="modSp mod">
        <pc:chgData name="Bryan Etuge" userId="928a3f485296ae5a" providerId="LiveId" clId="{7279F1D9-654D-4285-B083-2BAD12A0249F}" dt="2026-07-04T05:46:13.537" v="146" actId="20577"/>
        <pc:sldMkLst>
          <pc:docMk/>
          <pc:sldMk cId="0" sldId="256"/>
        </pc:sldMkLst>
        <pc:spChg chg="mod">
          <ac:chgData name="Bryan Etuge" userId="928a3f485296ae5a" providerId="LiveId" clId="{7279F1D9-654D-4285-B083-2BAD12A0249F}" dt="2026-07-04T05:30:52.585" v="85" actId="27636"/>
          <ac:spMkLst>
            <pc:docMk/>
            <pc:sldMk cId="0" sldId="256"/>
            <ac:spMk id="6" creationId="{00000000-0000-0000-0000-000000000000}"/>
          </ac:spMkLst>
        </pc:spChg>
        <pc:spChg chg="mod">
          <ac:chgData name="Bryan Etuge" userId="928a3f485296ae5a" providerId="LiveId" clId="{7279F1D9-654D-4285-B083-2BAD12A0249F}" dt="2026-07-04T05:46:13.537" v="146" actId="20577"/>
          <ac:spMkLst>
            <pc:docMk/>
            <pc:sldMk cId="0" sldId="256"/>
            <ac:spMk id="8" creationId="{00000000-0000-0000-0000-000000000000}"/>
          </ac:spMkLst>
        </pc:spChg>
        <pc:picChg chg="mod">
          <ac:chgData name="Bryan Etuge" userId="928a3f485296ae5a" providerId="LiveId" clId="{7279F1D9-654D-4285-B083-2BAD12A0249F}" dt="2026-07-04T05:33:28.950" v="104" actId="1076"/>
          <ac:picMkLst>
            <pc:docMk/>
            <pc:sldMk cId="0" sldId="256"/>
            <ac:picMk id="2" creationId="{00000000-0000-0000-0000-000000000000}"/>
          </ac:picMkLst>
        </pc:picChg>
        <pc:picChg chg="mod">
          <ac:chgData name="Bryan Etuge" userId="928a3f485296ae5a" providerId="LiveId" clId="{7279F1D9-654D-4285-B083-2BAD12A0249F}" dt="2026-07-04T05:46:01.230" v="143" actId="1076"/>
          <ac:picMkLst>
            <pc:docMk/>
            <pc:sldMk cId="0" sldId="256"/>
            <ac:picMk id="5" creationId="{00000000-0000-0000-0000-000000000000}"/>
          </ac:picMkLst>
        </pc:picChg>
      </pc:sldChg>
      <pc:sldChg chg="modSp mod">
        <pc:chgData name="Bryan Etuge" userId="928a3f485296ae5a" providerId="LiveId" clId="{7279F1D9-654D-4285-B083-2BAD12A0249F}" dt="2026-07-04T05:30:52.612" v="93" actId="27636"/>
        <pc:sldMkLst>
          <pc:docMk/>
          <pc:sldMk cId="0" sldId="257"/>
        </pc:sldMkLst>
        <pc:spChg chg="mod">
          <ac:chgData name="Bryan Etuge" userId="928a3f485296ae5a" providerId="LiveId" clId="{7279F1D9-654D-4285-B083-2BAD12A0249F}" dt="2026-07-04T05:30:52.607" v="91" actId="27636"/>
          <ac:spMkLst>
            <pc:docMk/>
            <pc:sldMk cId="0" sldId="257"/>
            <ac:spMk id="3" creationId="{00000000-0000-0000-0000-000000000000}"/>
          </ac:spMkLst>
        </pc:spChg>
        <pc:spChg chg="mod">
          <ac:chgData name="Bryan Etuge" userId="928a3f485296ae5a" providerId="LiveId" clId="{7279F1D9-654D-4285-B083-2BAD12A0249F}" dt="2026-07-04T05:30:52.598" v="89" actId="27636"/>
          <ac:spMkLst>
            <pc:docMk/>
            <pc:sldMk cId="0" sldId="257"/>
            <ac:spMk id="6" creationId="{00000000-0000-0000-0000-000000000000}"/>
          </ac:spMkLst>
        </pc:spChg>
        <pc:spChg chg="mod">
          <ac:chgData name="Bryan Etuge" userId="928a3f485296ae5a" providerId="LiveId" clId="{7279F1D9-654D-4285-B083-2BAD12A0249F}" dt="2026-07-04T05:30:52.595" v="87" actId="27636"/>
          <ac:spMkLst>
            <pc:docMk/>
            <pc:sldMk cId="0" sldId="257"/>
            <ac:spMk id="7" creationId="{00000000-0000-0000-0000-000000000000}"/>
          </ac:spMkLst>
        </pc:spChg>
        <pc:spChg chg="mod">
          <ac:chgData name="Bryan Etuge" userId="928a3f485296ae5a" providerId="LiveId" clId="{7279F1D9-654D-4285-B083-2BAD12A0249F}" dt="2026-07-04T05:30:52.597" v="88" actId="27636"/>
          <ac:spMkLst>
            <pc:docMk/>
            <pc:sldMk cId="0" sldId="257"/>
            <ac:spMk id="9" creationId="{00000000-0000-0000-0000-000000000000}"/>
          </ac:spMkLst>
        </pc:spChg>
        <pc:spChg chg="mod">
          <ac:chgData name="Bryan Etuge" userId="928a3f485296ae5a" providerId="LiveId" clId="{7279F1D9-654D-4285-B083-2BAD12A0249F}" dt="2026-07-04T05:30:52.611" v="92" actId="27636"/>
          <ac:spMkLst>
            <pc:docMk/>
            <pc:sldMk cId="0" sldId="257"/>
            <ac:spMk id="10" creationId="{00000000-0000-0000-0000-000000000000}"/>
          </ac:spMkLst>
        </pc:spChg>
        <pc:spChg chg="mod">
          <ac:chgData name="Bryan Etuge" userId="928a3f485296ae5a" providerId="LiveId" clId="{7279F1D9-654D-4285-B083-2BAD12A0249F}" dt="2026-07-04T05:30:52.612" v="93" actId="27636"/>
          <ac:spMkLst>
            <pc:docMk/>
            <pc:sldMk cId="0" sldId="257"/>
            <ac:spMk id="12" creationId="{00000000-0000-0000-0000-000000000000}"/>
          </ac:spMkLst>
        </pc:spChg>
        <pc:spChg chg="mod">
          <ac:chgData name="Bryan Etuge" userId="928a3f485296ae5a" providerId="LiveId" clId="{7279F1D9-654D-4285-B083-2BAD12A0249F}" dt="2026-07-04T05:30:52.604" v="90" actId="27636"/>
          <ac:spMkLst>
            <pc:docMk/>
            <pc:sldMk cId="0" sldId="257"/>
            <ac:spMk id="13" creationId="{00000000-0000-0000-0000-000000000000}"/>
          </ac:spMkLst>
        </pc:spChg>
      </pc:sldChg>
      <pc:sldChg chg="modSp mod">
        <pc:chgData name="Bryan Etuge" userId="928a3f485296ae5a" providerId="LiveId" clId="{7279F1D9-654D-4285-B083-2BAD12A0249F}" dt="2026-07-04T05:40:51.763" v="118" actId="27636"/>
        <pc:sldMkLst>
          <pc:docMk/>
          <pc:sldMk cId="0" sldId="258"/>
        </pc:sldMkLst>
        <pc:spChg chg="mod">
          <ac:chgData name="Bryan Etuge" userId="928a3f485296ae5a" providerId="LiveId" clId="{7279F1D9-654D-4285-B083-2BAD12A0249F}" dt="2026-07-04T05:30:52.629" v="99" actId="27636"/>
          <ac:spMkLst>
            <pc:docMk/>
            <pc:sldMk cId="0" sldId="258"/>
            <ac:spMk id="3" creationId="{00000000-0000-0000-0000-000000000000}"/>
          </ac:spMkLst>
        </pc:spChg>
        <pc:spChg chg="mod">
          <ac:chgData name="Bryan Etuge" userId="928a3f485296ae5a" providerId="LiveId" clId="{7279F1D9-654D-4285-B083-2BAD12A0249F}" dt="2026-07-04T05:40:51.763" v="118" actId="27636"/>
          <ac:spMkLst>
            <pc:docMk/>
            <pc:sldMk cId="0" sldId="258"/>
            <ac:spMk id="8" creationId="{00000000-0000-0000-0000-000000000000}"/>
          </ac:spMkLst>
        </pc:spChg>
        <pc:spChg chg="mod">
          <ac:chgData name="Bryan Etuge" userId="928a3f485296ae5a" providerId="LiveId" clId="{7279F1D9-654D-4285-B083-2BAD12A0249F}" dt="2026-07-04T05:30:52.626" v="97" actId="27636"/>
          <ac:spMkLst>
            <pc:docMk/>
            <pc:sldMk cId="0" sldId="258"/>
            <ac:spMk id="13" creationId="{00000000-0000-0000-0000-000000000000}"/>
          </ac:spMkLst>
        </pc:spChg>
        <pc:spChg chg="mod">
          <ac:chgData name="Bryan Etuge" userId="928a3f485296ae5a" providerId="LiveId" clId="{7279F1D9-654D-4285-B083-2BAD12A0249F}" dt="2026-07-04T05:30:52.627" v="98" actId="27636"/>
          <ac:spMkLst>
            <pc:docMk/>
            <pc:sldMk cId="0" sldId="258"/>
            <ac:spMk id="18" creationId="{00000000-0000-0000-0000-000000000000}"/>
          </ac:spMkLst>
        </pc:spChg>
        <pc:spChg chg="mod">
          <ac:chgData name="Bryan Etuge" userId="928a3f485296ae5a" providerId="LiveId" clId="{7279F1D9-654D-4285-B083-2BAD12A0249F}" dt="2026-07-04T05:30:52.621" v="96" actId="27636"/>
          <ac:spMkLst>
            <pc:docMk/>
            <pc:sldMk cId="0" sldId="258"/>
            <ac:spMk id="21" creationId="{00000000-0000-0000-0000-000000000000}"/>
          </ac:spMkLst>
        </pc:spChg>
        <pc:spChg chg="mod">
          <ac:chgData name="Bryan Etuge" userId="928a3f485296ae5a" providerId="LiveId" clId="{7279F1D9-654D-4285-B083-2BAD12A0249F}" dt="2026-07-04T05:30:52.617" v="94" actId="27636"/>
          <ac:spMkLst>
            <pc:docMk/>
            <pc:sldMk cId="0" sldId="258"/>
            <ac:spMk id="23" creationId="{00000000-0000-0000-0000-000000000000}"/>
          </ac:spMkLst>
        </pc:spChg>
        <pc:spChg chg="mod">
          <ac:chgData name="Bryan Etuge" userId="928a3f485296ae5a" providerId="LiveId" clId="{7279F1D9-654D-4285-B083-2BAD12A0249F}" dt="2026-07-04T05:30:52.619" v="95" actId="27636"/>
          <ac:spMkLst>
            <pc:docMk/>
            <pc:sldMk cId="0" sldId="258"/>
            <ac:spMk id="25" creationId="{00000000-0000-0000-0000-000000000000}"/>
          </ac:spMkLst>
        </pc:spChg>
      </pc:sldChg>
      <pc:sldChg chg="modSp mod">
        <pc:chgData name="Bryan Etuge" userId="928a3f485296ae5a" providerId="LiveId" clId="{7279F1D9-654D-4285-B083-2BAD12A0249F}" dt="2026-07-04T05:42:10.535" v="121" actId="14861"/>
        <pc:sldMkLst>
          <pc:docMk/>
          <pc:sldMk cId="0" sldId="259"/>
        </pc:sldMkLst>
        <pc:spChg chg="mod">
          <ac:chgData name="Bryan Etuge" userId="928a3f485296ae5a" providerId="LiveId" clId="{7279F1D9-654D-4285-B083-2BAD12A0249F}" dt="2026-07-04T05:30:52.450" v="55" actId="27636"/>
          <ac:spMkLst>
            <pc:docMk/>
            <pc:sldMk cId="0" sldId="259"/>
            <ac:spMk id="5" creationId="{00000000-0000-0000-0000-000000000000}"/>
          </ac:spMkLst>
        </pc:spChg>
        <pc:spChg chg="mod">
          <ac:chgData name="Bryan Etuge" userId="928a3f485296ae5a" providerId="LiveId" clId="{7279F1D9-654D-4285-B083-2BAD12A0249F}" dt="2026-07-04T05:40:51.662" v="111" actId="27636"/>
          <ac:spMkLst>
            <pc:docMk/>
            <pc:sldMk cId="0" sldId="259"/>
            <ac:spMk id="8" creationId="{00000000-0000-0000-0000-000000000000}"/>
          </ac:spMkLst>
        </pc:spChg>
        <pc:spChg chg="mod">
          <ac:chgData name="Bryan Etuge" userId="928a3f485296ae5a" providerId="LiveId" clId="{7279F1D9-654D-4285-B083-2BAD12A0249F}" dt="2026-07-04T05:40:51.655" v="109" actId="27636"/>
          <ac:spMkLst>
            <pc:docMk/>
            <pc:sldMk cId="0" sldId="259"/>
            <ac:spMk id="11" creationId="{00000000-0000-0000-0000-000000000000}"/>
          </ac:spMkLst>
        </pc:spChg>
        <pc:spChg chg="mod">
          <ac:chgData name="Bryan Etuge" userId="928a3f485296ae5a" providerId="LiveId" clId="{7279F1D9-654D-4285-B083-2BAD12A0249F}" dt="2026-07-04T05:40:51.660" v="110" actId="27636"/>
          <ac:spMkLst>
            <pc:docMk/>
            <pc:sldMk cId="0" sldId="259"/>
            <ac:spMk id="14" creationId="{00000000-0000-0000-0000-000000000000}"/>
          </ac:spMkLst>
        </pc:spChg>
        <pc:picChg chg="mod">
          <ac:chgData name="Bryan Etuge" userId="928a3f485296ae5a" providerId="LiveId" clId="{7279F1D9-654D-4285-B083-2BAD12A0249F}" dt="2026-07-04T05:42:10.535" v="121" actId="14861"/>
          <ac:picMkLst>
            <pc:docMk/>
            <pc:sldMk cId="0" sldId="259"/>
            <ac:picMk id="4" creationId="{00000000-0000-0000-0000-000000000000}"/>
          </ac:picMkLst>
        </pc:picChg>
      </pc:sldChg>
      <pc:sldChg chg="modSp mod setBg">
        <pc:chgData name="Bryan Etuge" userId="928a3f485296ae5a" providerId="LiveId" clId="{7279F1D9-654D-4285-B083-2BAD12A0249F}" dt="2026-07-04T05:43:01.828" v="125"/>
        <pc:sldMkLst>
          <pc:docMk/>
          <pc:sldMk cId="0" sldId="260"/>
        </pc:sldMkLst>
        <pc:spChg chg="mod">
          <ac:chgData name="Bryan Etuge" userId="928a3f485296ae5a" providerId="LiveId" clId="{7279F1D9-654D-4285-B083-2BAD12A0249F}" dt="2026-07-04T05:30:52.492" v="57" actId="27636"/>
          <ac:spMkLst>
            <pc:docMk/>
            <pc:sldMk cId="0" sldId="260"/>
            <ac:spMk id="3" creationId="{00000000-0000-0000-0000-000000000000}"/>
          </ac:spMkLst>
        </pc:spChg>
        <pc:spChg chg="mod">
          <ac:chgData name="Bryan Etuge" userId="928a3f485296ae5a" providerId="LiveId" clId="{7279F1D9-654D-4285-B083-2BAD12A0249F}" dt="2026-07-04T05:30:52.501" v="60" actId="27636"/>
          <ac:spMkLst>
            <pc:docMk/>
            <pc:sldMk cId="0" sldId="260"/>
            <ac:spMk id="11" creationId="{00000000-0000-0000-0000-000000000000}"/>
          </ac:spMkLst>
        </pc:spChg>
        <pc:spChg chg="mod">
          <ac:chgData name="Bryan Etuge" userId="928a3f485296ae5a" providerId="LiveId" clId="{7279F1D9-654D-4285-B083-2BAD12A0249F}" dt="2026-07-04T05:30:52.497" v="58" actId="27636"/>
          <ac:spMkLst>
            <pc:docMk/>
            <pc:sldMk cId="0" sldId="260"/>
            <ac:spMk id="13" creationId="{00000000-0000-0000-0000-000000000000}"/>
          </ac:spMkLst>
        </pc:spChg>
        <pc:spChg chg="mod">
          <ac:chgData name="Bryan Etuge" userId="928a3f485296ae5a" providerId="LiveId" clId="{7279F1D9-654D-4285-B083-2BAD12A0249F}" dt="2026-07-04T05:30:52.503" v="61" actId="27636"/>
          <ac:spMkLst>
            <pc:docMk/>
            <pc:sldMk cId="0" sldId="260"/>
            <ac:spMk id="15" creationId="{00000000-0000-0000-0000-000000000000}"/>
          </ac:spMkLst>
        </pc:spChg>
        <pc:spChg chg="mod">
          <ac:chgData name="Bryan Etuge" userId="928a3f485296ae5a" providerId="LiveId" clId="{7279F1D9-654D-4285-B083-2BAD12A0249F}" dt="2026-07-04T05:30:52.499" v="59" actId="27636"/>
          <ac:spMkLst>
            <pc:docMk/>
            <pc:sldMk cId="0" sldId="260"/>
            <ac:spMk id="17" creationId="{00000000-0000-0000-0000-000000000000}"/>
          </ac:spMkLst>
        </pc:spChg>
        <pc:spChg chg="mod">
          <ac:chgData name="Bryan Etuge" userId="928a3f485296ae5a" providerId="LiveId" clId="{7279F1D9-654D-4285-B083-2BAD12A0249F}" dt="2026-07-04T05:30:52.490" v="56" actId="27636"/>
          <ac:spMkLst>
            <pc:docMk/>
            <pc:sldMk cId="0" sldId="260"/>
            <ac:spMk id="19" creationId="{00000000-0000-0000-0000-000000000000}"/>
          </ac:spMkLst>
        </pc:spChg>
        <pc:picChg chg="mod">
          <ac:chgData name="Bryan Etuge" userId="928a3f485296ae5a" providerId="LiveId" clId="{7279F1D9-654D-4285-B083-2BAD12A0249F}" dt="2026-07-04T05:42:45.340" v="124" actId="14861"/>
          <ac:picMkLst>
            <pc:docMk/>
            <pc:sldMk cId="0" sldId="260"/>
            <ac:picMk id="8" creationId="{00000000-0000-0000-0000-000000000000}"/>
          </ac:picMkLst>
        </pc:picChg>
      </pc:sldChg>
      <pc:sldChg chg="modSp mod setBg">
        <pc:chgData name="Bryan Etuge" userId="928a3f485296ae5a" providerId="LiveId" clId="{7279F1D9-654D-4285-B083-2BAD12A0249F}" dt="2026-07-04T05:53:43.915" v="176" actId="14861"/>
        <pc:sldMkLst>
          <pc:docMk/>
          <pc:sldMk cId="0" sldId="261"/>
        </pc:sldMkLst>
        <pc:spChg chg="mod">
          <ac:chgData name="Bryan Etuge" userId="928a3f485296ae5a" providerId="LiveId" clId="{7279F1D9-654D-4285-B083-2BAD12A0249F}" dt="2026-07-04T05:30:52.510" v="63" actId="27636"/>
          <ac:spMkLst>
            <pc:docMk/>
            <pc:sldMk cId="0" sldId="261"/>
            <ac:spMk id="3" creationId="{00000000-0000-0000-0000-000000000000}"/>
          </ac:spMkLst>
        </pc:spChg>
        <pc:spChg chg="mod">
          <ac:chgData name="Bryan Etuge" userId="928a3f485296ae5a" providerId="LiveId" clId="{7279F1D9-654D-4285-B083-2BAD12A0249F}" dt="2026-07-04T05:30:52.514" v="64" actId="27636"/>
          <ac:spMkLst>
            <pc:docMk/>
            <pc:sldMk cId="0" sldId="261"/>
            <ac:spMk id="5" creationId="{00000000-0000-0000-0000-000000000000}"/>
          </ac:spMkLst>
        </pc:spChg>
        <pc:spChg chg="mod">
          <ac:chgData name="Bryan Etuge" userId="928a3f485296ae5a" providerId="LiveId" clId="{7279F1D9-654D-4285-B083-2BAD12A0249F}" dt="2026-07-04T05:30:52.519" v="66" actId="27636"/>
          <ac:spMkLst>
            <pc:docMk/>
            <pc:sldMk cId="0" sldId="261"/>
            <ac:spMk id="7" creationId="{00000000-0000-0000-0000-000000000000}"/>
          </ac:spMkLst>
        </pc:spChg>
        <pc:spChg chg="mod">
          <ac:chgData name="Bryan Etuge" userId="928a3f485296ae5a" providerId="LiveId" clId="{7279F1D9-654D-4285-B083-2BAD12A0249F}" dt="2026-07-04T05:30:52.516" v="65" actId="27636"/>
          <ac:spMkLst>
            <pc:docMk/>
            <pc:sldMk cId="0" sldId="261"/>
            <ac:spMk id="9" creationId="{00000000-0000-0000-0000-000000000000}"/>
          </ac:spMkLst>
        </pc:spChg>
        <pc:spChg chg="mod">
          <ac:chgData name="Bryan Etuge" userId="928a3f485296ae5a" providerId="LiveId" clId="{7279F1D9-654D-4285-B083-2BAD12A0249F}" dt="2026-07-04T05:30:52.508" v="62" actId="27636"/>
          <ac:spMkLst>
            <pc:docMk/>
            <pc:sldMk cId="0" sldId="261"/>
            <ac:spMk id="11" creationId="{00000000-0000-0000-0000-000000000000}"/>
          </ac:spMkLst>
        </pc:spChg>
        <pc:picChg chg="mod">
          <ac:chgData name="Bryan Etuge" userId="928a3f485296ae5a" providerId="LiveId" clId="{7279F1D9-654D-4285-B083-2BAD12A0249F}" dt="2026-07-04T05:53:43.915" v="176" actId="14861"/>
          <ac:picMkLst>
            <pc:docMk/>
            <pc:sldMk cId="0" sldId="261"/>
            <ac:picMk id="13" creationId="{00000000-0000-0000-0000-000000000000}"/>
          </ac:picMkLst>
        </pc:picChg>
      </pc:sldChg>
      <pc:sldChg chg="modSp mod">
        <pc:chgData name="Bryan Etuge" userId="928a3f485296ae5a" providerId="LiveId" clId="{7279F1D9-654D-4285-B083-2BAD12A0249F}" dt="2026-07-04T05:43:49.341" v="130" actId="14861"/>
        <pc:sldMkLst>
          <pc:docMk/>
          <pc:sldMk cId="0" sldId="262"/>
        </pc:sldMkLst>
        <pc:spChg chg="mod">
          <ac:chgData name="Bryan Etuge" userId="928a3f485296ae5a" providerId="LiveId" clId="{7279F1D9-654D-4285-B083-2BAD12A0249F}" dt="2026-07-04T05:30:52.528" v="68" actId="27636"/>
          <ac:spMkLst>
            <pc:docMk/>
            <pc:sldMk cId="0" sldId="262"/>
            <ac:spMk id="3" creationId="{00000000-0000-0000-0000-000000000000}"/>
          </ac:spMkLst>
        </pc:spChg>
        <pc:spChg chg="mod">
          <ac:chgData name="Bryan Etuge" userId="928a3f485296ae5a" providerId="LiveId" clId="{7279F1D9-654D-4285-B083-2BAD12A0249F}" dt="2026-07-04T05:40:51.701" v="113" actId="27636"/>
          <ac:spMkLst>
            <pc:docMk/>
            <pc:sldMk cId="0" sldId="262"/>
            <ac:spMk id="21" creationId="{00000000-0000-0000-0000-000000000000}"/>
          </ac:spMkLst>
        </pc:spChg>
        <pc:spChg chg="mod">
          <ac:chgData name="Bryan Etuge" userId="928a3f485296ae5a" providerId="LiveId" clId="{7279F1D9-654D-4285-B083-2BAD12A0249F}" dt="2026-07-04T05:40:51.696" v="112" actId="27636"/>
          <ac:spMkLst>
            <pc:docMk/>
            <pc:sldMk cId="0" sldId="262"/>
            <ac:spMk id="23" creationId="{00000000-0000-0000-0000-000000000000}"/>
          </ac:spMkLst>
        </pc:spChg>
        <pc:picChg chg="mod">
          <ac:chgData name="Bryan Etuge" userId="928a3f485296ae5a" providerId="LiveId" clId="{7279F1D9-654D-4285-B083-2BAD12A0249F}" dt="2026-07-04T05:43:49.341" v="130" actId="14861"/>
          <ac:picMkLst>
            <pc:docMk/>
            <pc:sldMk cId="0" sldId="262"/>
            <ac:picMk id="25" creationId="{00000000-0000-0000-0000-000000000000}"/>
          </ac:picMkLst>
        </pc:picChg>
      </pc:sldChg>
      <pc:sldChg chg="modSp mod">
        <pc:chgData name="Bryan Etuge" userId="928a3f485296ae5a" providerId="LiveId" clId="{7279F1D9-654D-4285-B083-2BAD12A0249F}" dt="2026-07-04T05:44:13.330" v="133" actId="14861"/>
        <pc:sldMkLst>
          <pc:docMk/>
          <pc:sldMk cId="0" sldId="263"/>
        </pc:sldMkLst>
        <pc:spChg chg="mod">
          <ac:chgData name="Bryan Etuge" userId="928a3f485296ae5a" providerId="LiveId" clId="{7279F1D9-654D-4285-B083-2BAD12A0249F}" dt="2026-07-04T05:30:52.548" v="74" actId="27636"/>
          <ac:spMkLst>
            <pc:docMk/>
            <pc:sldMk cId="0" sldId="263"/>
            <ac:spMk id="5" creationId="{00000000-0000-0000-0000-000000000000}"/>
          </ac:spMkLst>
        </pc:spChg>
        <pc:spChg chg="mod">
          <ac:chgData name="Bryan Etuge" userId="928a3f485296ae5a" providerId="LiveId" clId="{7279F1D9-654D-4285-B083-2BAD12A0249F}" dt="2026-07-04T05:30:52.545" v="72" actId="27636"/>
          <ac:spMkLst>
            <pc:docMk/>
            <pc:sldMk cId="0" sldId="263"/>
            <ac:spMk id="12" creationId="{00000000-0000-0000-0000-000000000000}"/>
          </ac:spMkLst>
        </pc:spChg>
        <pc:spChg chg="mod">
          <ac:chgData name="Bryan Etuge" userId="928a3f485296ae5a" providerId="LiveId" clId="{7279F1D9-654D-4285-B083-2BAD12A0249F}" dt="2026-07-04T05:30:52.546" v="73" actId="27636"/>
          <ac:spMkLst>
            <pc:docMk/>
            <pc:sldMk cId="0" sldId="263"/>
            <ac:spMk id="19" creationId="{00000000-0000-0000-0000-000000000000}"/>
          </ac:spMkLst>
        </pc:spChg>
        <pc:spChg chg="mod">
          <ac:chgData name="Bryan Etuge" userId="928a3f485296ae5a" providerId="LiveId" clId="{7279F1D9-654D-4285-B083-2BAD12A0249F}" dt="2026-07-04T05:30:52.544" v="71" actId="27636"/>
          <ac:spMkLst>
            <pc:docMk/>
            <pc:sldMk cId="0" sldId="263"/>
            <ac:spMk id="26" creationId="{00000000-0000-0000-0000-000000000000}"/>
          </ac:spMkLst>
        </pc:spChg>
        <pc:spChg chg="mod">
          <ac:chgData name="Bryan Etuge" userId="928a3f485296ae5a" providerId="LiveId" clId="{7279F1D9-654D-4285-B083-2BAD12A0249F}" dt="2026-07-04T05:30:52.542" v="70" actId="27636"/>
          <ac:spMkLst>
            <pc:docMk/>
            <pc:sldMk cId="0" sldId="263"/>
            <ac:spMk id="28" creationId="{00000000-0000-0000-0000-000000000000}"/>
          </ac:spMkLst>
        </pc:spChg>
        <pc:picChg chg="mod">
          <ac:chgData name="Bryan Etuge" userId="928a3f485296ae5a" providerId="LiveId" clId="{7279F1D9-654D-4285-B083-2BAD12A0249F}" dt="2026-07-04T05:44:13.330" v="133" actId="14861"/>
          <ac:picMkLst>
            <pc:docMk/>
            <pc:sldMk cId="0" sldId="263"/>
            <ac:picMk id="4" creationId="{00000000-0000-0000-0000-000000000000}"/>
          </ac:picMkLst>
        </pc:picChg>
      </pc:sldChg>
      <pc:sldChg chg="modSp mod">
        <pc:chgData name="Bryan Etuge" userId="928a3f485296ae5a" providerId="LiveId" clId="{7279F1D9-654D-4285-B083-2BAD12A0249F}" dt="2026-07-04T05:45:39.726" v="141" actId="14861"/>
        <pc:sldMkLst>
          <pc:docMk/>
          <pc:sldMk cId="0" sldId="264"/>
        </pc:sldMkLst>
        <pc:spChg chg="mod">
          <ac:chgData name="Bryan Etuge" userId="928a3f485296ae5a" providerId="LiveId" clId="{7279F1D9-654D-4285-B083-2BAD12A0249F}" dt="2026-07-04T05:30:52.559" v="77" actId="27636"/>
          <ac:spMkLst>
            <pc:docMk/>
            <pc:sldMk cId="0" sldId="264"/>
            <ac:spMk id="3" creationId="{00000000-0000-0000-0000-000000000000}"/>
          </ac:spMkLst>
        </pc:spChg>
        <pc:spChg chg="mod">
          <ac:chgData name="Bryan Etuge" userId="928a3f485296ae5a" providerId="LiveId" clId="{7279F1D9-654D-4285-B083-2BAD12A0249F}" dt="2026-07-04T05:40:51.712" v="114" actId="27636"/>
          <ac:spMkLst>
            <pc:docMk/>
            <pc:sldMk cId="0" sldId="264"/>
            <ac:spMk id="12" creationId="{00000000-0000-0000-0000-000000000000}"/>
          </ac:spMkLst>
        </pc:spChg>
        <pc:spChg chg="mod">
          <ac:chgData name="Bryan Etuge" userId="928a3f485296ae5a" providerId="LiveId" clId="{7279F1D9-654D-4285-B083-2BAD12A0249F}" dt="2026-07-04T05:40:51.716" v="115" actId="27636"/>
          <ac:spMkLst>
            <pc:docMk/>
            <pc:sldMk cId="0" sldId="264"/>
            <ac:spMk id="15" creationId="{00000000-0000-0000-0000-000000000000}"/>
          </ac:spMkLst>
        </pc:spChg>
        <pc:spChg chg="mod">
          <ac:chgData name="Bryan Etuge" userId="928a3f485296ae5a" providerId="LiveId" clId="{7279F1D9-654D-4285-B083-2BAD12A0249F}" dt="2026-07-04T05:40:51.718" v="116" actId="27636"/>
          <ac:spMkLst>
            <pc:docMk/>
            <pc:sldMk cId="0" sldId="264"/>
            <ac:spMk id="18" creationId="{00000000-0000-0000-0000-000000000000}"/>
          </ac:spMkLst>
        </pc:spChg>
        <pc:picChg chg="mod">
          <ac:chgData name="Bryan Etuge" userId="928a3f485296ae5a" providerId="LiveId" clId="{7279F1D9-654D-4285-B083-2BAD12A0249F}" dt="2026-07-04T05:44:51.178" v="136" actId="14861"/>
          <ac:picMkLst>
            <pc:docMk/>
            <pc:sldMk cId="0" sldId="264"/>
            <ac:picMk id="5" creationId="{00000000-0000-0000-0000-000000000000}"/>
          </ac:picMkLst>
        </pc:picChg>
        <pc:picChg chg="mod">
          <ac:chgData name="Bryan Etuge" userId="928a3f485296ae5a" providerId="LiveId" clId="{7279F1D9-654D-4285-B083-2BAD12A0249F}" dt="2026-07-04T05:45:39.726" v="141" actId="14861"/>
          <ac:picMkLst>
            <pc:docMk/>
            <pc:sldMk cId="0" sldId="264"/>
            <ac:picMk id="8" creationId="{00000000-0000-0000-0000-000000000000}"/>
          </ac:picMkLst>
        </pc:picChg>
      </pc:sldChg>
      <pc:sldChg chg="modSp mod">
        <pc:chgData name="Bryan Etuge" userId="928a3f485296ae5a" providerId="LiveId" clId="{7279F1D9-654D-4285-B083-2BAD12A0249F}" dt="2026-07-04T05:40:51.725" v="117" actId="27636"/>
        <pc:sldMkLst>
          <pc:docMk/>
          <pc:sldMk cId="0" sldId="265"/>
        </pc:sldMkLst>
        <pc:spChg chg="mod">
          <ac:chgData name="Bryan Etuge" userId="928a3f485296ae5a" providerId="LiveId" clId="{7279F1D9-654D-4285-B083-2BAD12A0249F}" dt="2026-07-04T05:30:52.567" v="79" actId="27636"/>
          <ac:spMkLst>
            <pc:docMk/>
            <pc:sldMk cId="0" sldId="265"/>
            <ac:spMk id="4" creationId="{00000000-0000-0000-0000-000000000000}"/>
          </ac:spMkLst>
        </pc:spChg>
        <pc:spChg chg="mod">
          <ac:chgData name="Bryan Etuge" userId="928a3f485296ae5a" providerId="LiveId" clId="{7279F1D9-654D-4285-B083-2BAD12A0249F}" dt="2026-07-04T05:30:52.571" v="80" actId="27636"/>
          <ac:spMkLst>
            <pc:docMk/>
            <pc:sldMk cId="0" sldId="265"/>
            <ac:spMk id="7" creationId="{00000000-0000-0000-0000-000000000000}"/>
          </ac:spMkLst>
        </pc:spChg>
        <pc:spChg chg="mod">
          <ac:chgData name="Bryan Etuge" userId="928a3f485296ae5a" providerId="LiveId" clId="{7279F1D9-654D-4285-B083-2BAD12A0249F}" dt="2026-07-04T05:30:52.581" v="84" actId="27636"/>
          <ac:spMkLst>
            <pc:docMk/>
            <pc:sldMk cId="0" sldId="265"/>
            <ac:spMk id="10" creationId="{00000000-0000-0000-0000-000000000000}"/>
          </ac:spMkLst>
        </pc:spChg>
        <pc:spChg chg="mod">
          <ac:chgData name="Bryan Etuge" userId="928a3f485296ae5a" providerId="LiveId" clId="{7279F1D9-654D-4285-B083-2BAD12A0249F}" dt="2026-07-04T05:40:51.725" v="117" actId="27636"/>
          <ac:spMkLst>
            <pc:docMk/>
            <pc:sldMk cId="0" sldId="265"/>
            <ac:spMk id="13" creationId="{00000000-0000-0000-0000-000000000000}"/>
          </ac:spMkLst>
        </pc:spChg>
        <pc:spChg chg="mod">
          <ac:chgData name="Bryan Etuge" userId="928a3f485296ae5a" providerId="LiveId" clId="{7279F1D9-654D-4285-B083-2BAD12A0249F}" dt="2026-07-04T05:30:52.573" v="81" actId="27636"/>
          <ac:spMkLst>
            <pc:docMk/>
            <pc:sldMk cId="0" sldId="265"/>
            <ac:spMk id="15" creationId="{00000000-0000-0000-0000-000000000000}"/>
          </ac:spMkLst>
        </pc:spChg>
        <pc:spChg chg="mod">
          <ac:chgData name="Bryan Etuge" userId="928a3f485296ae5a" providerId="LiveId" clId="{7279F1D9-654D-4285-B083-2BAD12A0249F}" dt="2026-07-04T05:30:52.578" v="83" actId="27636"/>
          <ac:spMkLst>
            <pc:docMk/>
            <pc:sldMk cId="0" sldId="265"/>
            <ac:spMk id="18" creationId="{00000000-0000-0000-0000-000000000000}"/>
          </ac:spMkLst>
        </pc:spChg>
      </pc:sldChg>
      <pc:sldChg chg="addSp modSp new del mod setBg">
        <pc:chgData name="Bryan Etuge" userId="928a3f485296ae5a" providerId="LiveId" clId="{7279F1D9-654D-4285-B083-2BAD12A0249F}" dt="2026-07-04T05:53:20.384" v="174" actId="47"/>
        <pc:sldMkLst>
          <pc:docMk/>
          <pc:sldMk cId="2774172037" sldId="266"/>
        </pc:sldMkLst>
        <pc:spChg chg="add mod">
          <ac:chgData name="Bryan Etuge" userId="928a3f485296ae5a" providerId="LiveId" clId="{7279F1D9-654D-4285-B083-2BAD12A0249F}" dt="2026-07-04T05:47:38.792" v="162" actId="20577"/>
          <ac:spMkLst>
            <pc:docMk/>
            <pc:sldMk cId="2774172037" sldId="266"/>
            <ac:spMk id="2" creationId="{68606F4E-34CF-8504-6BAE-73C24432AA8C}"/>
          </ac:spMkLst>
        </pc:spChg>
        <pc:spChg chg="add mod">
          <ac:chgData name="Bryan Etuge" userId="928a3f485296ae5a" providerId="LiveId" clId="{7279F1D9-654D-4285-B083-2BAD12A0249F}" dt="2026-07-04T05:48:00.845" v="173" actId="20577"/>
          <ac:spMkLst>
            <pc:docMk/>
            <pc:sldMk cId="2774172037" sldId="266"/>
            <ac:spMk id="3" creationId="{0D8FBF86-9294-5332-6B76-C0FE0E0C79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663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8, and this is CarDiag — an AI-based Android app that turns the phone you already own into a first-level car diagnostic assistant. It reads dashboard warning lights and engine sounds and explains them in plain language, fully offline. Today we'll show you how the finished application actually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this matters. In Cameroon most cars are older imports that constantly signal faults — but the average driver can't read those signals. We measured it: in our survey of 54 drivers, 83% had seen a warning light they didn't understand, two-thirds had ignored one because of that, and 85% heard an engine sound they couldn't place. Ignored faults become expensive breakdowns.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CarDiag closes that gap using the phone the driver already owns — no OBD dongle, no internet needed. Three pathways: scan a warning light with the camera, record and analyse an engine sound, or answer guided questions. Each returns the same thing: a plain-language cause, an urgency level, and a safe next step. The rest of this presentation is a walkthrough of exactly how the app does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open CarDiag, everything is one tap away. The home hub gives you the three diagnostic pathways as big, clear buttons. At the top is your active vehicle, so results can be tailored to your car. Your most recent result sits right there to return to. And notice the offline indicator — the app tells you plainly that it works with no connection.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pathway in action. You aim the camera at the dashboard symbol — an alignment reticle helps you frame it — and the on-device model recognises it in under a second, completely offline. The result comes back in plain language: the name and what it means, a 'do this first' action, a confidence meter, and the ranked possible causes. No trouble codes, no jargon.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pathway lets the app listen to the engine. Because recording near a running engine has to be done safely, it's gated: first you acknowledge a safety screen whose continue button is time-locked, then the app checks the surroundings are quiet enough. You record a short clip, and on-device audio analysis classifies it into a likely fault family — knocking, squealing, hissing and so on — with a few follow-up questions to refine it and a confidence score. It never names a fault it isn't sure of.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pathway you use, every result is built the same way, and this is the heart of the app's trust model. Each result carries a four-level urgency scale — and crucially, urgency is never shown by colour alone; it always pairs a colour with a label and an action. There's a confidence meter, a safety disclaimer on every screen, and for High or Critical faults a non-dismissible prompt with a one-tap call to your saved mechanic. The app guides the decision; it never pretends to be the mechanic.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understand the fault, the app tells you what to do about it — responsibly. Repair guidance is split into three tiers: what's safe to do yourself with no tools, what needs basic tools, and what should only be handled in a workshop. It adds preventive maintenance tips so the fault is less likely to come back, and when you're online, curated links to expert tutorial videos. This is where the app is genuinely useful without ever encouraging an unsafe repair.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also remembers your world — privately. You can save vehicles in a garage and switch between them so results are tailored to each car. Every past check is kept in a local diagnosis history. In Settings you save emergency mechanic contacts — the numbers offered in that critical prompt — manage permissions, and there's a 'delete all my data' option. Everything here is stored on the device; none of it is ever transmitted.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what makes all of it work anywhere. Every core feature runs from first launch with no connection. The intelligence is a compact on-device model — under a megabyte — that recognises warning lights in under a second. And it's private by design: raw images and audio never leave your phone. No signal, no hardware, no problem. CarDiag — your pocket diagnostic. Thank you;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74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9500" y="841375"/>
            <a:ext cx="8572500" cy="8572500"/>
          </a:xfrm>
          <a:prstGeom prst="rect">
            <a:avLst/>
          </a:prstGeom>
        </p:spPr>
      </p:pic>
      <p:sp>
        <p:nvSpPr>
          <p:cNvPr id="3" name="Text 0"/>
          <p:cNvSpPr/>
          <p:nvPr/>
        </p:nvSpPr>
        <p:spPr>
          <a:xfrm>
            <a:off x="1047750" y="914400"/>
            <a:ext cx="8217744"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BFE3DC"/>
                </a:solidFill>
                <a:latin typeface="IBM Plex Mono" pitchFamily="34" charset="0"/>
                <a:ea typeface="IBM Plex Mono" pitchFamily="34" charset="-122"/>
                <a:cs typeface="IBM Plex Mono" pitchFamily="34" charset="-120"/>
              </a:rPr>
              <a:t>GROUP 8 · CEF 440 · UNIVERSITY OF BUEA</a:t>
            </a:r>
            <a:endParaRPr lang="en-US" sz="1800" dirty="0"/>
          </a:p>
        </p:txBody>
      </p:sp>
      <p:sp>
        <p:nvSpPr>
          <p:cNvPr id="4" name="Text 1"/>
          <p:cNvSpPr/>
          <p:nvPr/>
        </p:nvSpPr>
        <p:spPr>
          <a:xfrm>
            <a:off x="11932146" y="914400"/>
            <a:ext cx="5838914"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BFE3DC"/>
                </a:solidFill>
                <a:latin typeface="IBM Plex Mono" pitchFamily="34" charset="0"/>
                <a:ea typeface="IBM Plex Mono" pitchFamily="34" charset="-122"/>
                <a:cs typeface="IBM Plex Mono" pitchFamily="34" charset="-120"/>
              </a:rPr>
              <a:t>FINAL PRESENTATION · TASK 7</a:t>
            </a:r>
            <a:endParaRPr lang="en-US" sz="18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50" y="3098801"/>
            <a:ext cx="1552574" cy="1552574"/>
          </a:xfrm>
          <a:prstGeom prst="rect">
            <a:avLst/>
          </a:prstGeom>
        </p:spPr>
      </p:pic>
      <p:sp>
        <p:nvSpPr>
          <p:cNvPr id="6" name="Text 2"/>
          <p:cNvSpPr/>
          <p:nvPr/>
        </p:nvSpPr>
        <p:spPr>
          <a:xfrm>
            <a:off x="2628900" y="3379788"/>
            <a:ext cx="6327428" cy="13239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b="1" kern="0" spc="-337" dirty="0">
                <a:solidFill>
                  <a:srgbClr val="FBF6EE"/>
                </a:solidFill>
                <a:latin typeface="Sora" pitchFamily="34" charset="0"/>
                <a:ea typeface="Sora" pitchFamily="34" charset="-122"/>
                <a:cs typeface="Sora" pitchFamily="34" charset="-120"/>
              </a:rPr>
              <a:t>Car</a:t>
            </a:r>
            <a:r>
              <a:rPr lang="en-US" sz="11250" b="1" kern="0" spc="-337" dirty="0">
                <a:solidFill>
                  <a:srgbClr val="F2A23C"/>
                </a:solidFill>
                <a:latin typeface="Sora" pitchFamily="34" charset="0"/>
                <a:ea typeface="Sora" pitchFamily="34" charset="-122"/>
                <a:cs typeface="Sora" pitchFamily="34" charset="-120"/>
              </a:rPr>
              <a:t>Diag</a:t>
            </a:r>
            <a:endParaRPr lang="en-US" sz="11250" dirty="0"/>
          </a:p>
        </p:txBody>
      </p:sp>
      <p:sp>
        <p:nvSpPr>
          <p:cNvPr id="7" name="Text 3"/>
          <p:cNvSpPr/>
          <p:nvPr/>
        </p:nvSpPr>
        <p:spPr>
          <a:xfrm>
            <a:off x="1047750" y="4951413"/>
            <a:ext cx="17811750" cy="704850"/>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BF6EE"/>
                </a:solidFill>
                <a:latin typeface="Sora" pitchFamily="34" charset="0"/>
                <a:ea typeface="Sora" pitchFamily="34" charset="-122"/>
                <a:cs typeface="Sora" pitchFamily="34" charset="-120"/>
              </a:rPr>
              <a:t>Your pocket diagnostic.</a:t>
            </a:r>
            <a:endParaRPr lang="en-US" sz="4200" dirty="0"/>
          </a:p>
        </p:txBody>
      </p:sp>
      <p:sp>
        <p:nvSpPr>
          <p:cNvPr id="8" name="Text 4"/>
          <p:cNvSpPr/>
          <p:nvPr/>
        </p:nvSpPr>
        <p:spPr>
          <a:xfrm>
            <a:off x="1047750" y="5808663"/>
            <a:ext cx="13788396" cy="8953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FBF6EE">
                    <a:alpha val="82000"/>
                  </a:srgbClr>
                </a:solidFill>
                <a:latin typeface="Plus Jakarta Sans" pitchFamily="34" charset="0"/>
                <a:ea typeface="Plus Jakarta Sans" pitchFamily="34" charset="-122"/>
                <a:cs typeface="Plus Jakarta Sans" pitchFamily="34" charset="-120"/>
              </a:rPr>
              <a:t>An AI-based mobile application for car fault diagnosis — it reads dashboard warning lights and</a:t>
            </a:r>
          </a:p>
          <a:p>
            <a:pPr marL="0" indent="0" algn="l">
              <a:lnSpc>
                <a:spcPct val="150000"/>
              </a:lnSpc>
              <a:buNone/>
            </a:pPr>
            <a:r>
              <a:rPr lang="en-US" sz="2250" dirty="0">
                <a:solidFill>
                  <a:srgbClr val="FBF6EE">
                    <a:alpha val="82000"/>
                  </a:srgbClr>
                </a:solidFill>
                <a:latin typeface="Plus Jakarta Sans" pitchFamily="34" charset="0"/>
                <a:ea typeface="Plus Jakarta Sans" pitchFamily="34" charset="-122"/>
                <a:cs typeface="Plus Jakarta Sans" pitchFamily="34" charset="-120"/>
              </a:rPr>
              <a:t> engine sounds and explains them in plain language, on-device and fully offline.</a:t>
            </a:r>
            <a:endParaRPr lang="en-US" sz="2250" dirty="0"/>
          </a:p>
        </p:txBody>
      </p:sp>
      <p:sp>
        <p:nvSpPr>
          <p:cNvPr id="9" name="Shape 5"/>
          <p:cNvSpPr/>
          <p:nvPr/>
        </p:nvSpPr>
        <p:spPr>
          <a:xfrm>
            <a:off x="1047750" y="8832850"/>
            <a:ext cx="2187476" cy="539750"/>
          </a:xfrm>
          <a:prstGeom prst="roundRect">
            <a:avLst>
              <a:gd name="adj" fmla="val 50000"/>
            </a:avLst>
          </a:prstGeom>
          <a:ln w="6350">
            <a:solidFill>
              <a:srgbClr val="FBF6EE">
                <a:alpha val="32000"/>
              </a:srgbClr>
            </a:solidFill>
            <a:prstDash val="solid"/>
          </a:ln>
        </p:spPr>
        <p:txBody>
          <a:bodyPr/>
          <a:lstStyle/>
          <a:p>
            <a:endParaRPr lang="en-GB"/>
          </a:p>
        </p:txBody>
      </p:sp>
      <p:sp>
        <p:nvSpPr>
          <p:cNvPr id="10" name="Text 6"/>
          <p:cNvSpPr/>
          <p:nvPr/>
        </p:nvSpPr>
        <p:spPr>
          <a:xfrm>
            <a:off x="1263650" y="8953500"/>
            <a:ext cx="1831876" cy="33655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BF6EE"/>
                </a:solidFill>
                <a:latin typeface="IBM Plex Mono" pitchFamily="34" charset="0"/>
                <a:ea typeface="IBM Plex Mono" pitchFamily="34" charset="-122"/>
                <a:cs typeface="IBM Plex Mono" pitchFamily="34" charset="-120"/>
              </a:rPr>
              <a:t>On-device AI</a:t>
            </a:r>
            <a:endParaRPr lang="en-US" sz="1800" dirty="0"/>
          </a:p>
        </p:txBody>
      </p:sp>
      <p:sp>
        <p:nvSpPr>
          <p:cNvPr id="11" name="Shape 7"/>
          <p:cNvSpPr/>
          <p:nvPr/>
        </p:nvSpPr>
        <p:spPr>
          <a:xfrm>
            <a:off x="3368576" y="8832850"/>
            <a:ext cx="2333824" cy="539750"/>
          </a:xfrm>
          <a:prstGeom prst="roundRect">
            <a:avLst>
              <a:gd name="adj" fmla="val 50000"/>
            </a:avLst>
          </a:prstGeom>
          <a:ln w="6350">
            <a:solidFill>
              <a:srgbClr val="FBF6EE">
                <a:alpha val="32000"/>
              </a:srgbClr>
            </a:solidFill>
            <a:prstDash val="solid"/>
          </a:ln>
        </p:spPr>
        <p:txBody>
          <a:bodyPr/>
          <a:lstStyle/>
          <a:p>
            <a:endParaRPr lang="en-GB"/>
          </a:p>
        </p:txBody>
      </p:sp>
      <p:sp>
        <p:nvSpPr>
          <p:cNvPr id="12" name="Text 8"/>
          <p:cNvSpPr/>
          <p:nvPr/>
        </p:nvSpPr>
        <p:spPr>
          <a:xfrm>
            <a:off x="3584476" y="8953500"/>
            <a:ext cx="1978224" cy="33655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BF6EE"/>
                </a:solidFill>
                <a:latin typeface="IBM Plex Mono" pitchFamily="34" charset="0"/>
                <a:ea typeface="IBM Plex Mono" pitchFamily="34" charset="-122"/>
                <a:cs typeface="IBM Plex Mono" pitchFamily="34" charset="-120"/>
              </a:rPr>
              <a:t>Offline-first</a:t>
            </a:r>
            <a:endParaRPr lang="en-US" sz="1800" dirty="0"/>
          </a:p>
        </p:txBody>
      </p:sp>
      <p:sp>
        <p:nvSpPr>
          <p:cNvPr id="13" name="Shape 9"/>
          <p:cNvSpPr/>
          <p:nvPr/>
        </p:nvSpPr>
        <p:spPr>
          <a:xfrm>
            <a:off x="5835750" y="8832850"/>
            <a:ext cx="4528344" cy="539750"/>
          </a:xfrm>
          <a:prstGeom prst="roundRect">
            <a:avLst>
              <a:gd name="adj" fmla="val 50000"/>
            </a:avLst>
          </a:prstGeom>
          <a:ln w="6350">
            <a:solidFill>
              <a:srgbClr val="FBF6EE">
                <a:alpha val="32000"/>
              </a:srgbClr>
            </a:solidFill>
            <a:prstDash val="solid"/>
          </a:ln>
        </p:spPr>
        <p:txBody>
          <a:bodyPr/>
          <a:lstStyle/>
          <a:p>
            <a:endParaRPr lang="en-GB"/>
          </a:p>
        </p:txBody>
      </p:sp>
      <p:sp>
        <p:nvSpPr>
          <p:cNvPr id="14" name="Text 10"/>
          <p:cNvSpPr/>
          <p:nvPr/>
        </p:nvSpPr>
        <p:spPr>
          <a:xfrm>
            <a:off x="6051650" y="8953500"/>
            <a:ext cx="4232394" cy="33655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BF6EE"/>
                </a:solidFill>
                <a:latin typeface="IBM Plex Mono" pitchFamily="34" charset="0"/>
                <a:ea typeface="IBM Plex Mono" pitchFamily="34" charset="-122"/>
                <a:cs typeface="IBM Plex Mono" pitchFamily="34" charset="-120"/>
              </a:rPr>
              <a:t>Assistant, not a replacement</a:t>
            </a:r>
            <a:endParaRPr lang="en-US" sz="1800" dirty="0"/>
          </a:p>
        </p:txBody>
      </p:sp>
      <p:sp>
        <p:nvSpPr>
          <p:cNvPr id="15" name="Shape 11"/>
          <p:cNvSpPr/>
          <p:nvPr/>
        </p:nvSpPr>
        <p:spPr>
          <a:xfrm>
            <a:off x="10497443" y="8832850"/>
            <a:ext cx="2626420" cy="539750"/>
          </a:xfrm>
          <a:prstGeom prst="roundRect">
            <a:avLst>
              <a:gd name="adj" fmla="val 50000"/>
            </a:avLst>
          </a:prstGeom>
          <a:ln w="6350">
            <a:solidFill>
              <a:srgbClr val="FBF6EE">
                <a:alpha val="32000"/>
              </a:srgbClr>
            </a:solidFill>
            <a:prstDash val="solid"/>
          </a:ln>
        </p:spPr>
        <p:txBody>
          <a:bodyPr/>
          <a:lstStyle/>
          <a:p>
            <a:endParaRPr lang="en-GB"/>
          </a:p>
        </p:txBody>
      </p:sp>
      <p:sp>
        <p:nvSpPr>
          <p:cNvPr id="16" name="Text 12"/>
          <p:cNvSpPr/>
          <p:nvPr/>
        </p:nvSpPr>
        <p:spPr>
          <a:xfrm>
            <a:off x="10713343" y="8953500"/>
            <a:ext cx="2273412" cy="33655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BF6EE"/>
                </a:solidFill>
                <a:latin typeface="IBM Plex Mono" pitchFamily="34" charset="0"/>
                <a:ea typeface="IBM Plex Mono" pitchFamily="34" charset="-122"/>
                <a:cs typeface="IBM Plex Mono" pitchFamily="34" charset="-120"/>
              </a:rPr>
              <a:t>No OBD hardware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WHY IT MATTERS — THE PROBLEM</a:t>
            </a:r>
            <a:endParaRPr lang="en-US" sz="1800" dirty="0"/>
          </a:p>
        </p:txBody>
      </p:sp>
      <p:sp>
        <p:nvSpPr>
          <p:cNvPr id="3" name="Text 1"/>
          <p:cNvSpPr/>
          <p:nvPr/>
        </p:nvSpPr>
        <p:spPr>
          <a:xfrm>
            <a:off x="1047750" y="1384300"/>
            <a:ext cx="12674672" cy="14382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250" b="1" kern="0" spc="-105" dirty="0">
                <a:solidFill>
                  <a:srgbClr val="221A12"/>
                </a:solidFill>
                <a:latin typeface="Sora" pitchFamily="34" charset="0"/>
                <a:ea typeface="Sora" pitchFamily="34" charset="-122"/>
                <a:cs typeface="Sora" pitchFamily="34" charset="-120"/>
              </a:rPr>
              <a:t>Drivers can't read what their car is telling them.</a:t>
            </a:r>
            <a:endParaRPr lang="en-US" sz="5250" dirty="0"/>
          </a:p>
        </p:txBody>
      </p:sp>
      <p:sp>
        <p:nvSpPr>
          <p:cNvPr id="4" name="Text 2"/>
          <p:cNvSpPr/>
          <p:nvPr/>
        </p:nvSpPr>
        <p:spPr>
          <a:xfrm>
            <a:off x="1047750" y="3032125"/>
            <a:ext cx="13673426" cy="169148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7A6E60"/>
                </a:solidFill>
                <a:latin typeface="Plus Jakarta Sans" pitchFamily="34" charset="0"/>
                <a:ea typeface="Plus Jakarta Sans" pitchFamily="34" charset="-122"/>
                <a:cs typeface="Plus Jakarta Sans" pitchFamily="34" charset="-120"/>
              </a:rPr>
              <a:t>Cameroon's roads run mostly on ageing imported vehicles that constantly report faults — through dashboard warning lights and engine sounds. A trained mechanic reads them in seconds; the ordinary owner only knows the car "sounds wrong," and often ignores it until a cheap fix becomes a costly breakdown.</a:t>
            </a:r>
            <a:endParaRPr lang="en-US" sz="2100" dirty="0"/>
          </a:p>
        </p:txBody>
      </p:sp>
      <p:sp>
        <p:nvSpPr>
          <p:cNvPr id="5" name="Shape 3"/>
          <p:cNvSpPr/>
          <p:nvPr/>
        </p:nvSpPr>
        <p:spPr>
          <a:xfrm>
            <a:off x="1047750" y="6565900"/>
            <a:ext cx="5232400" cy="2336800"/>
          </a:xfrm>
          <a:prstGeom prst="roundRect">
            <a:avLst>
              <a:gd name="adj" fmla="val 8967"/>
            </a:avLst>
          </a:prstGeom>
          <a:solidFill>
            <a:srgbClr val="FFFFFF"/>
          </a:solidFill>
          <a:ln w="6350">
            <a:solidFill>
              <a:srgbClr val="ECE2D4"/>
            </a:solidFill>
            <a:prstDash val="solid"/>
          </a:ln>
        </p:spPr>
        <p:txBody>
          <a:bodyPr/>
          <a:lstStyle/>
          <a:p>
            <a:endParaRPr lang="en-GB"/>
          </a:p>
        </p:txBody>
      </p:sp>
      <p:sp>
        <p:nvSpPr>
          <p:cNvPr id="6" name="Text 4"/>
          <p:cNvSpPr/>
          <p:nvPr/>
        </p:nvSpPr>
        <p:spPr>
          <a:xfrm>
            <a:off x="1377950" y="6915150"/>
            <a:ext cx="5029200" cy="895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750" b="1" kern="0" spc="-135" dirty="0">
                <a:solidFill>
                  <a:srgbClr val="0E7468"/>
                </a:solidFill>
                <a:latin typeface="Sora" pitchFamily="34" charset="0"/>
                <a:ea typeface="Sora" pitchFamily="34" charset="-122"/>
                <a:cs typeface="Sora" pitchFamily="34" charset="-120"/>
              </a:rPr>
              <a:t>83.3</a:t>
            </a:r>
            <a:r>
              <a:rPr lang="en-US" sz="3750" b="1" kern="0" spc="-135" dirty="0">
                <a:solidFill>
                  <a:srgbClr val="0E7468"/>
                </a:solidFill>
                <a:latin typeface="Sora" pitchFamily="34" charset="0"/>
                <a:ea typeface="Sora" pitchFamily="34" charset="-122"/>
                <a:cs typeface="Sora" pitchFamily="34" charset="-120"/>
              </a:rPr>
              <a:t>%</a:t>
            </a:r>
            <a:endParaRPr lang="en-US" sz="6750" dirty="0"/>
          </a:p>
        </p:txBody>
      </p:sp>
      <p:sp>
        <p:nvSpPr>
          <p:cNvPr id="7" name="Text 5"/>
          <p:cNvSpPr/>
          <p:nvPr/>
        </p:nvSpPr>
        <p:spPr>
          <a:xfrm>
            <a:off x="1377950" y="7886700"/>
            <a:ext cx="4709160"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21A12"/>
                </a:solidFill>
                <a:latin typeface="Plus Jakarta Sans" pitchFamily="34" charset="0"/>
                <a:ea typeface="Plus Jakarta Sans" pitchFamily="34" charset="-122"/>
                <a:cs typeface="Plus Jakarta Sans" pitchFamily="34" charset="-120"/>
              </a:rPr>
              <a:t>had seen a dashboard warning light they </a:t>
            </a:r>
            <a:r>
              <a:rPr lang="en-US" sz="1875" b="1" dirty="0">
                <a:solidFill>
                  <a:srgbClr val="221A12"/>
                </a:solidFill>
                <a:latin typeface="Plus Jakarta Sans" pitchFamily="34" charset="0"/>
                <a:ea typeface="Plus Jakarta Sans" pitchFamily="34" charset="-122"/>
                <a:cs typeface="Plus Jakarta Sans" pitchFamily="34" charset="-120"/>
              </a:rPr>
              <a:t>did not understand</a:t>
            </a:r>
            <a:endParaRPr lang="en-US" sz="1875" dirty="0"/>
          </a:p>
        </p:txBody>
      </p:sp>
      <p:sp>
        <p:nvSpPr>
          <p:cNvPr id="8" name="Shape 6"/>
          <p:cNvSpPr/>
          <p:nvPr/>
        </p:nvSpPr>
        <p:spPr>
          <a:xfrm>
            <a:off x="6527800" y="6565900"/>
            <a:ext cx="5232400" cy="2336800"/>
          </a:xfrm>
          <a:prstGeom prst="roundRect">
            <a:avLst>
              <a:gd name="adj" fmla="val 8967"/>
            </a:avLst>
          </a:prstGeom>
          <a:solidFill>
            <a:srgbClr val="221A12"/>
          </a:solidFill>
          <a:ln/>
        </p:spPr>
        <p:txBody>
          <a:bodyPr/>
          <a:lstStyle/>
          <a:p>
            <a:endParaRPr lang="en-GB"/>
          </a:p>
        </p:txBody>
      </p:sp>
      <p:sp>
        <p:nvSpPr>
          <p:cNvPr id="9" name="Text 7"/>
          <p:cNvSpPr/>
          <p:nvPr/>
        </p:nvSpPr>
        <p:spPr>
          <a:xfrm>
            <a:off x="6851650" y="6908800"/>
            <a:ext cx="5043170" cy="895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750" b="1" kern="0" spc="-135" dirty="0">
                <a:solidFill>
                  <a:srgbClr val="F2A23C"/>
                </a:solidFill>
                <a:latin typeface="Sora" pitchFamily="34" charset="0"/>
                <a:ea typeface="Sora" pitchFamily="34" charset="-122"/>
                <a:cs typeface="Sora" pitchFamily="34" charset="-120"/>
              </a:rPr>
              <a:t>66.7</a:t>
            </a:r>
            <a:r>
              <a:rPr lang="en-US" sz="3750" b="1" kern="0" spc="-135" dirty="0">
                <a:solidFill>
                  <a:srgbClr val="F2A23C"/>
                </a:solidFill>
                <a:latin typeface="Sora" pitchFamily="34" charset="0"/>
                <a:ea typeface="Sora" pitchFamily="34" charset="-122"/>
                <a:cs typeface="Sora" pitchFamily="34" charset="-120"/>
              </a:rPr>
              <a:t>%</a:t>
            </a:r>
            <a:endParaRPr lang="en-US" sz="6750" dirty="0"/>
          </a:p>
        </p:txBody>
      </p:sp>
      <p:sp>
        <p:nvSpPr>
          <p:cNvPr id="10" name="Text 8"/>
          <p:cNvSpPr/>
          <p:nvPr/>
        </p:nvSpPr>
        <p:spPr>
          <a:xfrm>
            <a:off x="6851650" y="7880350"/>
            <a:ext cx="4722241"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b="1" dirty="0">
                <a:solidFill>
                  <a:srgbClr val="FBF6EE"/>
                </a:solidFill>
                <a:latin typeface="Plus Jakarta Sans" pitchFamily="34" charset="0"/>
                <a:ea typeface="Plus Jakarta Sans" pitchFamily="34" charset="-122"/>
                <a:cs typeface="Plus Jakarta Sans" pitchFamily="34" charset="-120"/>
              </a:rPr>
              <a:t>ignored </a:t>
            </a:r>
            <a:r>
              <a:rPr lang="en-US" sz="1875" dirty="0">
                <a:solidFill>
                  <a:srgbClr val="FBF6EE"/>
                </a:solidFill>
                <a:latin typeface="Plus Jakarta Sans" pitchFamily="34" charset="0"/>
                <a:ea typeface="Plus Jakarta Sans" pitchFamily="34" charset="-122"/>
                <a:cs typeface="Plus Jakarta Sans" pitchFamily="34" charset="-120"/>
              </a:rPr>
              <a:t>a warning light purely because they didn't understand it</a:t>
            </a:r>
            <a:endParaRPr lang="en-US" sz="1875" dirty="0"/>
          </a:p>
        </p:txBody>
      </p:sp>
      <p:sp>
        <p:nvSpPr>
          <p:cNvPr id="11" name="Shape 9"/>
          <p:cNvSpPr/>
          <p:nvPr/>
        </p:nvSpPr>
        <p:spPr>
          <a:xfrm>
            <a:off x="12007851" y="6565900"/>
            <a:ext cx="5232400" cy="2336800"/>
          </a:xfrm>
          <a:prstGeom prst="roundRect">
            <a:avLst>
              <a:gd name="adj" fmla="val 8967"/>
            </a:avLst>
          </a:prstGeom>
          <a:solidFill>
            <a:srgbClr val="FFFFFF"/>
          </a:solidFill>
          <a:ln w="6350">
            <a:solidFill>
              <a:srgbClr val="ECE2D4"/>
            </a:solidFill>
            <a:prstDash val="solid"/>
          </a:ln>
        </p:spPr>
        <p:txBody>
          <a:bodyPr/>
          <a:lstStyle/>
          <a:p>
            <a:endParaRPr lang="en-GB"/>
          </a:p>
        </p:txBody>
      </p:sp>
      <p:sp>
        <p:nvSpPr>
          <p:cNvPr id="12" name="Text 10"/>
          <p:cNvSpPr/>
          <p:nvPr/>
        </p:nvSpPr>
        <p:spPr>
          <a:xfrm>
            <a:off x="12338050" y="6915150"/>
            <a:ext cx="5029200" cy="895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750" b="1" kern="0" spc="-135" dirty="0">
                <a:solidFill>
                  <a:srgbClr val="0E7468"/>
                </a:solidFill>
                <a:latin typeface="Sora" pitchFamily="34" charset="0"/>
                <a:ea typeface="Sora" pitchFamily="34" charset="-122"/>
                <a:cs typeface="Sora" pitchFamily="34" charset="-120"/>
              </a:rPr>
              <a:t>85.2</a:t>
            </a:r>
            <a:r>
              <a:rPr lang="en-US" sz="3750" b="1" kern="0" spc="-135" dirty="0">
                <a:solidFill>
                  <a:srgbClr val="0E7468"/>
                </a:solidFill>
                <a:latin typeface="Sora" pitchFamily="34" charset="0"/>
                <a:ea typeface="Sora" pitchFamily="34" charset="-122"/>
                <a:cs typeface="Sora" pitchFamily="34" charset="-120"/>
              </a:rPr>
              <a:t>%</a:t>
            </a:r>
            <a:endParaRPr lang="en-US" sz="6750" dirty="0"/>
          </a:p>
        </p:txBody>
      </p:sp>
      <p:sp>
        <p:nvSpPr>
          <p:cNvPr id="13" name="Text 11"/>
          <p:cNvSpPr/>
          <p:nvPr/>
        </p:nvSpPr>
        <p:spPr>
          <a:xfrm>
            <a:off x="12338050" y="7886700"/>
            <a:ext cx="4709160"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221A12"/>
                </a:solidFill>
                <a:latin typeface="Plus Jakarta Sans" pitchFamily="34" charset="0"/>
                <a:ea typeface="Plus Jakarta Sans" pitchFamily="34" charset="-122"/>
                <a:cs typeface="Plus Jakarta Sans" pitchFamily="34" charset="-120"/>
              </a:rPr>
              <a:t>heard an unusual </a:t>
            </a:r>
            <a:r>
              <a:rPr lang="en-US" sz="1875" b="1" dirty="0">
                <a:solidFill>
                  <a:srgbClr val="221A12"/>
                </a:solidFill>
                <a:latin typeface="Plus Jakarta Sans" pitchFamily="34" charset="0"/>
                <a:ea typeface="Plus Jakarta Sans" pitchFamily="34" charset="-122"/>
                <a:cs typeface="Plus Jakarta Sans" pitchFamily="34" charset="-120"/>
              </a:rPr>
              <a:t>engine sound </a:t>
            </a:r>
            <a:r>
              <a:rPr lang="en-US" sz="1875" dirty="0">
                <a:solidFill>
                  <a:srgbClr val="221A12"/>
                </a:solidFill>
                <a:latin typeface="Plus Jakarta Sans" pitchFamily="34" charset="0"/>
                <a:ea typeface="Plus Jakarta Sans" pitchFamily="34" charset="-122"/>
                <a:cs typeface="Plus Jakarta Sans" pitchFamily="34" charset="-120"/>
              </a:rPr>
              <a:t>they could not identify</a:t>
            </a:r>
            <a:endParaRPr lang="en-US" sz="1875" dirty="0"/>
          </a:p>
        </p:txBody>
      </p:sp>
      <p:sp>
        <p:nvSpPr>
          <p:cNvPr id="14" name="Text 12"/>
          <p:cNvSpPr/>
          <p:nvPr/>
        </p:nvSpPr>
        <p:spPr>
          <a:xfrm>
            <a:off x="1047750" y="9150350"/>
            <a:ext cx="1781175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8C99AD"/>
                </a:solidFill>
                <a:latin typeface="IBM Plex Mono" pitchFamily="34" charset="0"/>
                <a:ea typeface="IBM Plex Mono" pitchFamily="34" charset="-122"/>
                <a:cs typeface="IBM Plex Mono" pitchFamily="34" charset="-120"/>
              </a:rPr>
              <a:t>Measured, not assumed — survey of 54 drivers + 7 professional mechanics.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WHAT IT DOES — THE SOLUTION</a:t>
            </a:r>
            <a:endParaRPr lang="en-US" sz="1800" dirty="0"/>
          </a:p>
        </p:txBody>
      </p:sp>
      <p:sp>
        <p:nvSpPr>
          <p:cNvPr id="3" name="Text 1"/>
          <p:cNvSpPr/>
          <p:nvPr/>
        </p:nvSpPr>
        <p:spPr>
          <a:xfrm>
            <a:off x="1047750" y="1346200"/>
            <a:ext cx="14032643" cy="1278136"/>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650" b="1" kern="0" spc="-93" dirty="0">
                <a:solidFill>
                  <a:srgbClr val="221A12"/>
                </a:solidFill>
                <a:latin typeface="Sora" pitchFamily="34" charset="0"/>
                <a:ea typeface="Sora" pitchFamily="34" charset="-122"/>
                <a:cs typeface="Sora" pitchFamily="34" charset="-120"/>
              </a:rPr>
              <a:t>A first-level diagnostic assistant, built into the phone you already own.</a:t>
            </a:r>
            <a:endParaRPr lang="en-US" sz="4650" dirty="0"/>
          </a:p>
        </p:txBody>
      </p:sp>
      <p:sp>
        <p:nvSpPr>
          <p:cNvPr id="4" name="Shape 2"/>
          <p:cNvSpPr/>
          <p:nvPr/>
        </p:nvSpPr>
        <p:spPr>
          <a:xfrm>
            <a:off x="1047750" y="2967236"/>
            <a:ext cx="5232400" cy="3048000"/>
          </a:xfrm>
          <a:prstGeom prst="roundRect">
            <a:avLst>
              <a:gd name="adj" fmla="val 6875"/>
            </a:avLst>
          </a:prstGeom>
          <a:solidFill>
            <a:srgbClr val="FFFFFF"/>
          </a:solidFill>
          <a:ln w="6350">
            <a:solidFill>
              <a:srgbClr val="ECE2D4"/>
            </a:solidFill>
            <a:prstDash val="solid"/>
          </a:ln>
        </p:spPr>
        <p:txBody>
          <a:bodyPr/>
          <a:lstStyle/>
          <a:p>
            <a:endParaRPr lang="en-GB"/>
          </a:p>
        </p:txBody>
      </p:sp>
      <p:sp>
        <p:nvSpPr>
          <p:cNvPr id="5" name="Shape 3"/>
          <p:cNvSpPr/>
          <p:nvPr/>
        </p:nvSpPr>
        <p:spPr>
          <a:xfrm>
            <a:off x="1358900" y="3297436"/>
            <a:ext cx="666750" cy="666750"/>
          </a:xfrm>
          <a:prstGeom prst="roundRect">
            <a:avLst>
              <a:gd name="adj" fmla="val 22857"/>
            </a:avLst>
          </a:prstGeom>
          <a:solidFill>
            <a:srgbClr val="0E7468">
              <a:alpha val="10000"/>
            </a:srgbClr>
          </a:solidFill>
          <a:ln/>
        </p:spPr>
        <p:txBody>
          <a:bodyPr/>
          <a:lstStyle/>
          <a:p>
            <a:endParaRPr lang="en-GB"/>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11300" y="3449836"/>
            <a:ext cx="361950" cy="361950"/>
          </a:xfrm>
          <a:prstGeom prst="rect">
            <a:avLst/>
          </a:prstGeom>
        </p:spPr>
      </p:pic>
      <p:sp>
        <p:nvSpPr>
          <p:cNvPr id="7" name="Text 4"/>
          <p:cNvSpPr/>
          <p:nvPr/>
        </p:nvSpPr>
        <p:spPr>
          <a:xfrm>
            <a:off x="1358900" y="4173736"/>
            <a:ext cx="5071110" cy="406400"/>
          </a:xfrm>
          <a:prstGeom prst="rect">
            <a:avLst/>
          </a:prstGeom>
          <a:noFill/>
          <a:ln/>
        </p:spPr>
        <p:txBody>
          <a:bodyPr wrap="square" lIns="25400" tIns="25400" rIns="25400" bIns="25400" rtlCol="0" anchor="t">
            <a:normAutofit/>
          </a:bodyPr>
          <a:lstStyle/>
          <a:p>
            <a:pPr marL="0" indent="0" algn="l">
              <a:buNone/>
            </a:pPr>
            <a:r>
              <a:rPr lang="en-US" sz="2325" b="1" dirty="0">
                <a:solidFill>
                  <a:srgbClr val="221A12"/>
                </a:solidFill>
                <a:latin typeface="Sora" pitchFamily="34" charset="0"/>
                <a:ea typeface="Sora" pitchFamily="34" charset="-122"/>
                <a:cs typeface="Sora" pitchFamily="34" charset="-120"/>
              </a:rPr>
              <a:t>Scan a warning light</a:t>
            </a:r>
            <a:endParaRPr lang="en-US" sz="2325" dirty="0"/>
          </a:p>
        </p:txBody>
      </p:sp>
      <p:sp>
        <p:nvSpPr>
          <p:cNvPr id="8" name="Text 5"/>
          <p:cNvSpPr/>
          <p:nvPr/>
        </p:nvSpPr>
        <p:spPr>
          <a:xfrm>
            <a:off x="1358900" y="4656336"/>
            <a:ext cx="4748403" cy="1066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7A6E60"/>
                </a:solidFill>
                <a:latin typeface="Plus Jakarta Sans" pitchFamily="34" charset="0"/>
                <a:ea typeface="Plus Jakarta Sans" pitchFamily="34" charset="-122"/>
                <a:cs typeface="Plus Jakarta Sans" pitchFamily="34" charset="-120"/>
              </a:rPr>
              <a:t>Point the camera at the symbol. On-device vision recognises it and explains what it means.</a:t>
            </a:r>
            <a:endParaRPr lang="en-US" sz="1800" dirty="0"/>
          </a:p>
        </p:txBody>
      </p:sp>
      <p:sp>
        <p:nvSpPr>
          <p:cNvPr id="9" name="Shape 6"/>
          <p:cNvSpPr/>
          <p:nvPr/>
        </p:nvSpPr>
        <p:spPr>
          <a:xfrm>
            <a:off x="6527800" y="2967236"/>
            <a:ext cx="5232400" cy="3048000"/>
          </a:xfrm>
          <a:prstGeom prst="roundRect">
            <a:avLst>
              <a:gd name="adj" fmla="val 6875"/>
            </a:avLst>
          </a:prstGeom>
          <a:solidFill>
            <a:srgbClr val="FFFFFF"/>
          </a:solidFill>
          <a:ln w="6350">
            <a:solidFill>
              <a:srgbClr val="ECE2D4"/>
            </a:solidFill>
            <a:prstDash val="solid"/>
          </a:ln>
        </p:spPr>
        <p:txBody>
          <a:bodyPr/>
          <a:lstStyle/>
          <a:p>
            <a:endParaRPr lang="en-GB"/>
          </a:p>
        </p:txBody>
      </p:sp>
      <p:sp>
        <p:nvSpPr>
          <p:cNvPr id="10" name="Shape 7"/>
          <p:cNvSpPr/>
          <p:nvPr/>
        </p:nvSpPr>
        <p:spPr>
          <a:xfrm>
            <a:off x="6838950" y="3297436"/>
            <a:ext cx="666750" cy="666750"/>
          </a:xfrm>
          <a:prstGeom prst="roundRect">
            <a:avLst>
              <a:gd name="adj" fmla="val 22857"/>
            </a:avLst>
          </a:prstGeom>
          <a:solidFill>
            <a:srgbClr val="0E7468">
              <a:alpha val="10000"/>
            </a:srgbClr>
          </a:solidFill>
          <a:ln/>
        </p:spPr>
        <p:txBody>
          <a:bodyPr/>
          <a:lstStyle/>
          <a:p>
            <a:endParaRPr lang="en-GB"/>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1350" y="3449836"/>
            <a:ext cx="361950" cy="361950"/>
          </a:xfrm>
          <a:prstGeom prst="rect">
            <a:avLst/>
          </a:prstGeom>
        </p:spPr>
      </p:pic>
      <p:sp>
        <p:nvSpPr>
          <p:cNvPr id="12" name="Text 8"/>
          <p:cNvSpPr/>
          <p:nvPr/>
        </p:nvSpPr>
        <p:spPr>
          <a:xfrm>
            <a:off x="6838950" y="4173736"/>
            <a:ext cx="5071110" cy="406400"/>
          </a:xfrm>
          <a:prstGeom prst="rect">
            <a:avLst/>
          </a:prstGeom>
          <a:noFill/>
          <a:ln/>
        </p:spPr>
        <p:txBody>
          <a:bodyPr wrap="square" lIns="25400" tIns="25400" rIns="25400" bIns="25400" rtlCol="0" anchor="t">
            <a:normAutofit/>
          </a:bodyPr>
          <a:lstStyle/>
          <a:p>
            <a:pPr marL="0" indent="0" algn="l">
              <a:buNone/>
            </a:pPr>
            <a:r>
              <a:rPr lang="en-US" sz="2325" b="1" dirty="0">
                <a:solidFill>
                  <a:srgbClr val="221A12"/>
                </a:solidFill>
                <a:latin typeface="Sora" pitchFamily="34" charset="0"/>
                <a:ea typeface="Sora" pitchFamily="34" charset="-122"/>
                <a:cs typeface="Sora" pitchFamily="34" charset="-120"/>
              </a:rPr>
              <a:t>Listen to the engine</a:t>
            </a:r>
            <a:endParaRPr lang="en-US" sz="2325" dirty="0"/>
          </a:p>
        </p:txBody>
      </p:sp>
      <p:sp>
        <p:nvSpPr>
          <p:cNvPr id="13" name="Text 9"/>
          <p:cNvSpPr/>
          <p:nvPr/>
        </p:nvSpPr>
        <p:spPr>
          <a:xfrm>
            <a:off x="6838950" y="4656336"/>
            <a:ext cx="474840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7A6E60"/>
                </a:solidFill>
                <a:latin typeface="Plus Jakarta Sans" pitchFamily="34" charset="0"/>
                <a:ea typeface="Plus Jakarta Sans" pitchFamily="34" charset="-122"/>
                <a:cs typeface="Plus Jakarta Sans" pitchFamily="34" charset="-120"/>
              </a:rPr>
              <a:t>Record a short clip. Audio analysis classifies the sound into a likely fault family.</a:t>
            </a:r>
            <a:endParaRPr lang="en-US" sz="1800" dirty="0"/>
          </a:p>
        </p:txBody>
      </p:sp>
      <p:sp>
        <p:nvSpPr>
          <p:cNvPr id="14" name="Shape 10"/>
          <p:cNvSpPr/>
          <p:nvPr/>
        </p:nvSpPr>
        <p:spPr>
          <a:xfrm>
            <a:off x="12007851" y="2967236"/>
            <a:ext cx="5232400" cy="3048000"/>
          </a:xfrm>
          <a:prstGeom prst="roundRect">
            <a:avLst>
              <a:gd name="adj" fmla="val 6875"/>
            </a:avLst>
          </a:prstGeom>
          <a:solidFill>
            <a:srgbClr val="FFFFFF"/>
          </a:solidFill>
          <a:ln w="6350">
            <a:solidFill>
              <a:srgbClr val="ECE2D4"/>
            </a:solidFill>
            <a:prstDash val="solid"/>
          </a:ln>
        </p:spPr>
        <p:txBody>
          <a:bodyPr/>
          <a:lstStyle/>
          <a:p>
            <a:endParaRPr lang="en-GB"/>
          </a:p>
        </p:txBody>
      </p:sp>
      <p:sp>
        <p:nvSpPr>
          <p:cNvPr id="15" name="Shape 11"/>
          <p:cNvSpPr/>
          <p:nvPr/>
        </p:nvSpPr>
        <p:spPr>
          <a:xfrm>
            <a:off x="12319000" y="3297436"/>
            <a:ext cx="666750" cy="666750"/>
          </a:xfrm>
          <a:prstGeom prst="roundRect">
            <a:avLst>
              <a:gd name="adj" fmla="val 22857"/>
            </a:avLst>
          </a:prstGeom>
          <a:solidFill>
            <a:srgbClr val="0E7468">
              <a:alpha val="10000"/>
            </a:srgbClr>
          </a:solidFill>
          <a:ln/>
        </p:spPr>
        <p:txBody>
          <a:bodyPr/>
          <a:lstStyle/>
          <a:p>
            <a:endParaRPr lang="en-GB"/>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71400" y="3449836"/>
            <a:ext cx="361950" cy="361950"/>
          </a:xfrm>
          <a:prstGeom prst="rect">
            <a:avLst/>
          </a:prstGeom>
        </p:spPr>
      </p:pic>
      <p:sp>
        <p:nvSpPr>
          <p:cNvPr id="17" name="Text 12"/>
          <p:cNvSpPr/>
          <p:nvPr/>
        </p:nvSpPr>
        <p:spPr>
          <a:xfrm>
            <a:off x="12319000" y="4173736"/>
            <a:ext cx="5071110" cy="406400"/>
          </a:xfrm>
          <a:prstGeom prst="rect">
            <a:avLst/>
          </a:prstGeom>
          <a:noFill/>
          <a:ln/>
        </p:spPr>
        <p:txBody>
          <a:bodyPr wrap="square" lIns="25400" tIns="25400" rIns="25400" bIns="25400" rtlCol="0" anchor="t">
            <a:normAutofit/>
          </a:bodyPr>
          <a:lstStyle/>
          <a:p>
            <a:pPr marL="0" indent="0" algn="l">
              <a:buNone/>
            </a:pPr>
            <a:r>
              <a:rPr lang="en-US" sz="2325" b="1" dirty="0">
                <a:solidFill>
                  <a:srgbClr val="221A12"/>
                </a:solidFill>
                <a:latin typeface="Sora" pitchFamily="34" charset="0"/>
                <a:ea typeface="Sora" pitchFamily="34" charset="-122"/>
                <a:cs typeface="Sora" pitchFamily="34" charset="-120"/>
              </a:rPr>
              <a:t>Answer guided questions</a:t>
            </a:r>
            <a:endParaRPr lang="en-US" sz="2325" dirty="0"/>
          </a:p>
        </p:txBody>
      </p:sp>
      <p:sp>
        <p:nvSpPr>
          <p:cNvPr id="18" name="Text 13"/>
          <p:cNvSpPr/>
          <p:nvPr/>
        </p:nvSpPr>
        <p:spPr>
          <a:xfrm>
            <a:off x="12319000" y="4656336"/>
            <a:ext cx="474840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7A6E60"/>
                </a:solidFill>
                <a:latin typeface="Plus Jakarta Sans" pitchFamily="34" charset="0"/>
                <a:ea typeface="Plus Jakarta Sans" pitchFamily="34" charset="-122"/>
                <a:cs typeface="Plus Jakarta Sans" pitchFamily="34" charset="-120"/>
              </a:rPr>
              <a:t>No camera or sound? A short questionnaire produces a preliminary assessment.</a:t>
            </a:r>
            <a:endParaRPr lang="en-US" sz="1800" dirty="0"/>
          </a:p>
        </p:txBody>
      </p:sp>
      <p:sp>
        <p:nvSpPr>
          <p:cNvPr id="19" name="Text 14"/>
          <p:cNvSpPr/>
          <p:nvPr/>
        </p:nvSpPr>
        <p:spPr>
          <a:xfrm>
            <a:off x="1047750" y="6437511"/>
            <a:ext cx="2787888" cy="336550"/>
          </a:xfrm>
          <a:prstGeom prst="rect">
            <a:avLst/>
          </a:prstGeom>
          <a:noFill/>
          <a:ln/>
        </p:spPr>
        <p:txBody>
          <a:bodyPr wrap="square" lIns="25400" tIns="25400" rIns="25400" bIns="25400" rtlCol="0" anchor="t">
            <a:normAutofit/>
          </a:bodyPr>
          <a:lstStyle/>
          <a:p>
            <a:pPr marL="0" indent="0" algn="l">
              <a:buNone/>
            </a:pPr>
            <a:r>
              <a:rPr lang="en-US" sz="1875" dirty="0">
                <a:solidFill>
                  <a:srgbClr val="221A12"/>
                </a:solidFill>
                <a:latin typeface="Plus Jakarta Sans" pitchFamily="34" charset="0"/>
                <a:ea typeface="Plus Jakarta Sans" pitchFamily="34" charset="-122"/>
                <a:cs typeface="Plus Jakarta Sans" pitchFamily="34" charset="-120"/>
              </a:rPr>
              <a:t>Every pathway returns:</a:t>
            </a:r>
            <a:endParaRPr lang="en-US" sz="1875" dirty="0"/>
          </a:p>
        </p:txBody>
      </p:sp>
      <p:sp>
        <p:nvSpPr>
          <p:cNvPr id="20" name="Shape 15"/>
          <p:cNvSpPr/>
          <p:nvPr/>
        </p:nvSpPr>
        <p:spPr>
          <a:xfrm>
            <a:off x="3734594" y="6339086"/>
            <a:ext cx="2973487" cy="495300"/>
          </a:xfrm>
          <a:prstGeom prst="roundRect">
            <a:avLst>
              <a:gd name="adj" fmla="val 50000"/>
            </a:avLst>
          </a:prstGeom>
          <a:solidFill>
            <a:srgbClr val="0E7468"/>
          </a:solidFill>
          <a:ln/>
        </p:spPr>
        <p:txBody>
          <a:bodyPr/>
          <a:lstStyle/>
          <a:p>
            <a:endParaRPr lang="en-GB"/>
          </a:p>
        </p:txBody>
      </p:sp>
      <p:sp>
        <p:nvSpPr>
          <p:cNvPr id="21" name="Text 16"/>
          <p:cNvSpPr/>
          <p:nvPr/>
        </p:nvSpPr>
        <p:spPr>
          <a:xfrm>
            <a:off x="3963194" y="6443861"/>
            <a:ext cx="2605491" cy="3238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BF6EE"/>
                </a:solidFill>
                <a:latin typeface="Sora" pitchFamily="34" charset="0"/>
                <a:ea typeface="Sora" pitchFamily="34" charset="-122"/>
                <a:cs typeface="Sora" pitchFamily="34" charset="-120"/>
              </a:rPr>
              <a:t>Plain-language cause</a:t>
            </a:r>
            <a:endParaRPr lang="en-US" sz="1800" dirty="0"/>
          </a:p>
        </p:txBody>
      </p:sp>
      <p:sp>
        <p:nvSpPr>
          <p:cNvPr id="22" name="Shape 17"/>
          <p:cNvSpPr/>
          <p:nvPr/>
        </p:nvSpPr>
        <p:spPr>
          <a:xfrm>
            <a:off x="6860481" y="6339086"/>
            <a:ext cx="2045791" cy="495300"/>
          </a:xfrm>
          <a:prstGeom prst="roundRect">
            <a:avLst>
              <a:gd name="adj" fmla="val 50000"/>
            </a:avLst>
          </a:prstGeom>
          <a:solidFill>
            <a:srgbClr val="0E7468"/>
          </a:solidFill>
          <a:ln/>
        </p:spPr>
        <p:txBody>
          <a:bodyPr/>
          <a:lstStyle/>
          <a:p>
            <a:endParaRPr lang="en-GB"/>
          </a:p>
        </p:txBody>
      </p:sp>
      <p:sp>
        <p:nvSpPr>
          <p:cNvPr id="23" name="Text 18"/>
          <p:cNvSpPr/>
          <p:nvPr/>
        </p:nvSpPr>
        <p:spPr>
          <a:xfrm>
            <a:off x="7089081" y="6443861"/>
            <a:ext cx="1664791" cy="3238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BF6EE"/>
                </a:solidFill>
                <a:latin typeface="Sora" pitchFamily="34" charset="0"/>
                <a:ea typeface="Sora" pitchFamily="34" charset="-122"/>
                <a:cs typeface="Sora" pitchFamily="34" charset="-120"/>
              </a:rPr>
              <a:t>Urgency level</a:t>
            </a:r>
            <a:endParaRPr lang="en-US" sz="1800" dirty="0"/>
          </a:p>
        </p:txBody>
      </p:sp>
      <p:sp>
        <p:nvSpPr>
          <p:cNvPr id="24" name="Shape 19"/>
          <p:cNvSpPr/>
          <p:nvPr/>
        </p:nvSpPr>
        <p:spPr>
          <a:xfrm>
            <a:off x="9058672" y="6339086"/>
            <a:ext cx="2118618" cy="495300"/>
          </a:xfrm>
          <a:prstGeom prst="roundRect">
            <a:avLst>
              <a:gd name="adj" fmla="val 50000"/>
            </a:avLst>
          </a:prstGeom>
          <a:solidFill>
            <a:srgbClr val="0E7468"/>
          </a:solidFill>
          <a:ln/>
        </p:spPr>
        <p:txBody>
          <a:bodyPr/>
          <a:lstStyle/>
          <a:p>
            <a:endParaRPr lang="en-GB"/>
          </a:p>
        </p:txBody>
      </p:sp>
      <p:sp>
        <p:nvSpPr>
          <p:cNvPr id="25" name="Text 20"/>
          <p:cNvSpPr/>
          <p:nvPr/>
        </p:nvSpPr>
        <p:spPr>
          <a:xfrm>
            <a:off x="9287272" y="6443861"/>
            <a:ext cx="1737618" cy="32385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BF6EE"/>
                </a:solidFill>
                <a:latin typeface="Sora" pitchFamily="34" charset="0"/>
                <a:ea typeface="Sora" pitchFamily="34" charset="-122"/>
                <a:cs typeface="Sora" pitchFamily="34" charset="-120"/>
              </a:rPr>
              <a:t>Safe next step</a:t>
            </a:r>
            <a:endParaRPr lang="en-US" sz="1800" dirty="0"/>
          </a:p>
        </p:txBody>
      </p:sp>
      <p:sp>
        <p:nvSpPr>
          <p:cNvPr id="26" name="Shape 21"/>
          <p:cNvSpPr/>
          <p:nvPr/>
        </p:nvSpPr>
        <p:spPr>
          <a:xfrm>
            <a:off x="1047750" y="8763000"/>
            <a:ext cx="16192500" cy="9525"/>
          </a:xfrm>
          <a:prstGeom prst="rect">
            <a:avLst/>
          </a:prstGeom>
          <a:solidFill>
            <a:srgbClr val="ECE2D4"/>
          </a:solidFill>
          <a:ln/>
        </p:spPr>
        <p:txBody>
          <a:bodyPr/>
          <a:lstStyle/>
          <a:p>
            <a:endParaRPr lang="en-GB"/>
          </a:p>
        </p:txBody>
      </p:sp>
      <p:sp>
        <p:nvSpPr>
          <p:cNvPr id="27" name="Text 22"/>
          <p:cNvSpPr/>
          <p:nvPr/>
        </p:nvSpPr>
        <p:spPr>
          <a:xfrm>
            <a:off x="1047750" y="9064625"/>
            <a:ext cx="2703195" cy="336550"/>
          </a:xfrm>
          <a:prstGeom prst="rect">
            <a:avLst/>
          </a:prstGeom>
          <a:noFill/>
          <a:ln/>
        </p:spPr>
        <p:txBody>
          <a:bodyPr wrap="none" lIns="25400" tIns="25400" rIns="25400" bIns="25400" rtlCol="0" anchor="t">
            <a:normAutofit/>
          </a:bodyPr>
          <a:lstStyle/>
          <a:p>
            <a:pPr marL="0" indent="0" algn="l">
              <a:buNone/>
            </a:pPr>
            <a:r>
              <a:rPr lang="en-US" sz="1800" kern="0" spc="216" dirty="0">
                <a:solidFill>
                  <a:srgbClr val="8C99AD"/>
                </a:solidFill>
                <a:latin typeface="IBM Plex Mono" pitchFamily="34" charset="0"/>
                <a:ea typeface="IBM Plex Mono" pitchFamily="34" charset="-122"/>
                <a:cs typeface="IBM Plex Mono" pitchFamily="34" charset="-120"/>
              </a:rPr>
              <a:t>A WALKTHROUGH →</a:t>
            </a:r>
            <a:endParaRPr lang="en-US" sz="1800" dirty="0"/>
          </a:p>
        </p:txBody>
      </p:sp>
      <p:sp>
        <p:nvSpPr>
          <p:cNvPr id="28" name="Shape 23"/>
          <p:cNvSpPr/>
          <p:nvPr/>
        </p:nvSpPr>
        <p:spPr>
          <a:xfrm>
            <a:off x="3657600" y="8978900"/>
            <a:ext cx="815380" cy="469900"/>
          </a:xfrm>
          <a:prstGeom prst="roundRect">
            <a:avLst>
              <a:gd name="adj" fmla="val 50000"/>
            </a:avLst>
          </a:prstGeom>
          <a:solidFill>
            <a:srgbClr val="0E7468">
              <a:alpha val="9000"/>
            </a:srgbClr>
          </a:solidFill>
          <a:ln/>
        </p:spPr>
        <p:txBody>
          <a:bodyPr/>
          <a:lstStyle/>
          <a:p>
            <a:endParaRPr lang="en-GB"/>
          </a:p>
        </p:txBody>
      </p:sp>
      <p:sp>
        <p:nvSpPr>
          <p:cNvPr id="29" name="Text 24"/>
          <p:cNvSpPr/>
          <p:nvPr/>
        </p:nvSpPr>
        <p:spPr>
          <a:xfrm>
            <a:off x="3790950" y="9064625"/>
            <a:ext cx="62488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Home</a:t>
            </a:r>
            <a:endParaRPr lang="en-US" sz="1800" dirty="0"/>
          </a:p>
        </p:txBody>
      </p:sp>
      <p:sp>
        <p:nvSpPr>
          <p:cNvPr id="30" name="Shape 25"/>
          <p:cNvSpPr/>
          <p:nvPr/>
        </p:nvSpPr>
        <p:spPr>
          <a:xfrm>
            <a:off x="4568230" y="8978900"/>
            <a:ext cx="815380" cy="469900"/>
          </a:xfrm>
          <a:prstGeom prst="roundRect">
            <a:avLst>
              <a:gd name="adj" fmla="val 50000"/>
            </a:avLst>
          </a:prstGeom>
          <a:solidFill>
            <a:srgbClr val="0E7468">
              <a:alpha val="9000"/>
            </a:srgbClr>
          </a:solidFill>
          <a:ln/>
        </p:spPr>
        <p:txBody>
          <a:bodyPr/>
          <a:lstStyle/>
          <a:p>
            <a:endParaRPr lang="en-GB"/>
          </a:p>
        </p:txBody>
      </p:sp>
      <p:sp>
        <p:nvSpPr>
          <p:cNvPr id="31" name="Text 26"/>
          <p:cNvSpPr/>
          <p:nvPr/>
        </p:nvSpPr>
        <p:spPr>
          <a:xfrm>
            <a:off x="4701580" y="9064625"/>
            <a:ext cx="62488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Scan</a:t>
            </a:r>
            <a:endParaRPr lang="en-US" sz="1800" dirty="0"/>
          </a:p>
        </p:txBody>
      </p:sp>
      <p:sp>
        <p:nvSpPr>
          <p:cNvPr id="32" name="Shape 27"/>
          <p:cNvSpPr/>
          <p:nvPr/>
        </p:nvSpPr>
        <p:spPr>
          <a:xfrm>
            <a:off x="5478860" y="8978900"/>
            <a:ext cx="1089720" cy="469900"/>
          </a:xfrm>
          <a:prstGeom prst="roundRect">
            <a:avLst>
              <a:gd name="adj" fmla="val 50000"/>
            </a:avLst>
          </a:prstGeom>
          <a:solidFill>
            <a:srgbClr val="0E7468">
              <a:alpha val="9000"/>
            </a:srgbClr>
          </a:solidFill>
          <a:ln/>
        </p:spPr>
        <p:txBody>
          <a:bodyPr/>
          <a:lstStyle/>
          <a:p>
            <a:endParaRPr lang="en-GB"/>
          </a:p>
        </p:txBody>
      </p:sp>
      <p:sp>
        <p:nvSpPr>
          <p:cNvPr id="33" name="Text 28"/>
          <p:cNvSpPr/>
          <p:nvPr/>
        </p:nvSpPr>
        <p:spPr>
          <a:xfrm>
            <a:off x="5612210" y="9064625"/>
            <a:ext cx="89922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Listen</a:t>
            </a:r>
            <a:endParaRPr lang="en-US" sz="1800" dirty="0"/>
          </a:p>
        </p:txBody>
      </p:sp>
      <p:sp>
        <p:nvSpPr>
          <p:cNvPr id="34" name="Shape 29"/>
          <p:cNvSpPr/>
          <p:nvPr/>
        </p:nvSpPr>
        <p:spPr>
          <a:xfrm>
            <a:off x="6663829" y="8978900"/>
            <a:ext cx="1089720" cy="469900"/>
          </a:xfrm>
          <a:prstGeom prst="roundRect">
            <a:avLst>
              <a:gd name="adj" fmla="val 50000"/>
            </a:avLst>
          </a:prstGeom>
          <a:solidFill>
            <a:srgbClr val="0E7468">
              <a:alpha val="9000"/>
            </a:srgbClr>
          </a:solidFill>
          <a:ln/>
        </p:spPr>
        <p:txBody>
          <a:bodyPr/>
          <a:lstStyle/>
          <a:p>
            <a:endParaRPr lang="en-GB"/>
          </a:p>
        </p:txBody>
      </p:sp>
      <p:sp>
        <p:nvSpPr>
          <p:cNvPr id="35" name="Text 30"/>
          <p:cNvSpPr/>
          <p:nvPr/>
        </p:nvSpPr>
        <p:spPr>
          <a:xfrm>
            <a:off x="6797179" y="9064625"/>
            <a:ext cx="89922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Result</a:t>
            </a:r>
            <a:endParaRPr lang="en-US" sz="1800" dirty="0"/>
          </a:p>
        </p:txBody>
      </p:sp>
      <p:sp>
        <p:nvSpPr>
          <p:cNvPr id="36" name="Shape 31"/>
          <p:cNvSpPr/>
          <p:nvPr/>
        </p:nvSpPr>
        <p:spPr>
          <a:xfrm>
            <a:off x="7848799" y="8978900"/>
            <a:ext cx="1089720" cy="469900"/>
          </a:xfrm>
          <a:prstGeom prst="roundRect">
            <a:avLst>
              <a:gd name="adj" fmla="val 50000"/>
            </a:avLst>
          </a:prstGeom>
          <a:solidFill>
            <a:srgbClr val="0E7468">
              <a:alpha val="9000"/>
            </a:srgbClr>
          </a:solidFill>
          <a:ln/>
        </p:spPr>
        <p:txBody>
          <a:bodyPr/>
          <a:lstStyle/>
          <a:p>
            <a:endParaRPr lang="en-GB"/>
          </a:p>
        </p:txBody>
      </p:sp>
      <p:sp>
        <p:nvSpPr>
          <p:cNvPr id="37" name="Text 32"/>
          <p:cNvSpPr/>
          <p:nvPr/>
        </p:nvSpPr>
        <p:spPr>
          <a:xfrm>
            <a:off x="7982149" y="9064625"/>
            <a:ext cx="89922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Repair</a:t>
            </a:r>
            <a:endParaRPr lang="en-US" sz="1800" dirty="0"/>
          </a:p>
        </p:txBody>
      </p:sp>
      <p:sp>
        <p:nvSpPr>
          <p:cNvPr id="38" name="Shape 33"/>
          <p:cNvSpPr/>
          <p:nvPr/>
        </p:nvSpPr>
        <p:spPr>
          <a:xfrm>
            <a:off x="9033768" y="8978900"/>
            <a:ext cx="1089720" cy="469900"/>
          </a:xfrm>
          <a:prstGeom prst="roundRect">
            <a:avLst>
              <a:gd name="adj" fmla="val 50000"/>
            </a:avLst>
          </a:prstGeom>
          <a:solidFill>
            <a:srgbClr val="0E7468">
              <a:alpha val="9000"/>
            </a:srgbClr>
          </a:solidFill>
          <a:ln/>
        </p:spPr>
        <p:txBody>
          <a:bodyPr/>
          <a:lstStyle/>
          <a:p>
            <a:endParaRPr lang="en-GB"/>
          </a:p>
        </p:txBody>
      </p:sp>
      <p:sp>
        <p:nvSpPr>
          <p:cNvPr id="39" name="Text 34"/>
          <p:cNvSpPr/>
          <p:nvPr/>
        </p:nvSpPr>
        <p:spPr>
          <a:xfrm>
            <a:off x="9167118" y="9064625"/>
            <a:ext cx="89922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Garage</a:t>
            </a:r>
            <a:endParaRPr lang="en-US" sz="1800" dirty="0"/>
          </a:p>
        </p:txBody>
      </p:sp>
      <p:sp>
        <p:nvSpPr>
          <p:cNvPr id="40" name="Shape 35"/>
          <p:cNvSpPr/>
          <p:nvPr/>
        </p:nvSpPr>
        <p:spPr>
          <a:xfrm>
            <a:off x="10218738" y="8978900"/>
            <a:ext cx="1226840" cy="469900"/>
          </a:xfrm>
          <a:prstGeom prst="roundRect">
            <a:avLst>
              <a:gd name="adj" fmla="val 50000"/>
            </a:avLst>
          </a:prstGeom>
          <a:solidFill>
            <a:srgbClr val="0E7468">
              <a:alpha val="9000"/>
            </a:srgbClr>
          </a:solidFill>
          <a:ln/>
        </p:spPr>
        <p:txBody>
          <a:bodyPr/>
          <a:lstStyle/>
          <a:p>
            <a:endParaRPr lang="en-GB"/>
          </a:p>
        </p:txBody>
      </p:sp>
      <p:sp>
        <p:nvSpPr>
          <p:cNvPr id="41" name="Text 36"/>
          <p:cNvSpPr/>
          <p:nvPr/>
        </p:nvSpPr>
        <p:spPr>
          <a:xfrm>
            <a:off x="10352088" y="9064625"/>
            <a:ext cx="1036340" cy="336550"/>
          </a:xfrm>
          <a:prstGeom prst="rect">
            <a:avLst/>
          </a:prstGeom>
          <a:noFill/>
          <a:ln/>
        </p:spPr>
        <p:txBody>
          <a:bodyPr wrap="square" lIns="25400" tIns="25400" rIns="25400" bIns="25400" rtlCol="0" anchor="t">
            <a:normAutofit/>
          </a:bodyPr>
          <a:lstStyle/>
          <a:p>
            <a:pPr marL="0" indent="0" algn="l">
              <a:buNone/>
            </a:pPr>
            <a:r>
              <a:rPr lang="en-US" sz="1800" dirty="0">
                <a:solidFill>
                  <a:srgbClr val="0E7468"/>
                </a:solidFill>
                <a:latin typeface="IBM Plex Mono" pitchFamily="34" charset="0"/>
                <a:ea typeface="IBM Plex Mono" pitchFamily="34" charset="-122"/>
                <a:cs typeface="IBM Plex Mono" pitchFamily="34" charset="-120"/>
              </a:rPr>
              <a:t>Offline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HOW IT WORKS · 01 — THE HOME HUB</a:t>
            </a:r>
            <a:endParaRPr lang="en-US" sz="1800" dirty="0"/>
          </a:p>
        </p:txBody>
      </p:sp>
      <p:sp>
        <p:nvSpPr>
          <p:cNvPr id="3" name="Shape 1"/>
          <p:cNvSpPr/>
          <p:nvPr/>
        </p:nvSpPr>
        <p:spPr>
          <a:xfrm>
            <a:off x="1047750" y="1968500"/>
            <a:ext cx="3352800" cy="6858000"/>
          </a:xfrm>
          <a:prstGeom prst="roundRect">
            <a:avLst>
              <a:gd name="adj" fmla="val 6250"/>
            </a:avLst>
          </a:prstGeom>
          <a:ln/>
          <a:effectLst>
            <a:outerShdw blurRad="514350" dist="209550" dir="5400000" algn="bl" rotWithShape="0">
              <a:srgbClr val="221A12">
                <a:alpha val="18000"/>
              </a:srgbClr>
            </a:outerShdw>
          </a:effectLst>
        </p:spPr>
        <p:txBody>
          <a:bodyPr/>
          <a:lstStyle/>
          <a:p>
            <a:endParaRPr lang="en-GB"/>
          </a:p>
        </p:txBody>
      </p:sp>
      <p:pic>
        <p:nvPicPr>
          <p:cNvPr id="4" name="Image 0"/>
          <p:cNvPicPr>
            <a:picLocks noChangeAspect="1"/>
          </p:cNvPicPr>
          <p:nvPr/>
        </p:nvPicPr>
        <p:blipFill>
          <a:blip r:embed="rId3"/>
          <a:srcRect/>
          <a:stretch/>
        </p:blipFill>
        <p:spPr>
          <a:xfrm>
            <a:off x="1099887" y="1968500"/>
            <a:ext cx="3248526" cy="6858000"/>
          </a:xfrm>
          <a:prstGeom prst="rect">
            <a:avLst/>
          </a:prstGeom>
          <a:effectLst>
            <a:glow rad="63500">
              <a:srgbClr val="0E7468">
                <a:alpha val="40000"/>
              </a:srgbClr>
            </a:glow>
          </a:effectLst>
        </p:spPr>
      </p:pic>
      <p:sp>
        <p:nvSpPr>
          <p:cNvPr id="5" name="Text 2"/>
          <p:cNvSpPr/>
          <p:nvPr/>
        </p:nvSpPr>
        <p:spPr>
          <a:xfrm>
            <a:off x="5086350" y="3002558"/>
            <a:ext cx="13369290" cy="65811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650" b="1" kern="0" spc="-93" dirty="0">
                <a:solidFill>
                  <a:srgbClr val="221A12"/>
                </a:solidFill>
                <a:latin typeface="Sora" pitchFamily="34" charset="0"/>
                <a:ea typeface="Sora" pitchFamily="34" charset="-122"/>
                <a:cs typeface="Sora" pitchFamily="34" charset="-120"/>
              </a:rPr>
              <a:t>Everything starts from one simple home.</a:t>
            </a:r>
            <a:endParaRPr lang="en-US" sz="4650" dirty="0"/>
          </a:p>
        </p:txBody>
      </p:sp>
      <p:sp>
        <p:nvSpPr>
          <p:cNvPr id="6" name="Shape 3"/>
          <p:cNvSpPr/>
          <p:nvPr/>
        </p:nvSpPr>
        <p:spPr>
          <a:xfrm>
            <a:off x="5086350" y="3965476"/>
            <a:ext cx="12153900"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7" name="Text 4"/>
          <p:cNvSpPr/>
          <p:nvPr/>
        </p:nvSpPr>
        <p:spPr>
          <a:xfrm>
            <a:off x="5359400" y="4200426"/>
            <a:ext cx="12768581"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Three ways in</a:t>
            </a:r>
            <a:endParaRPr lang="en-US" sz="2025" dirty="0"/>
          </a:p>
        </p:txBody>
      </p:sp>
      <p:sp>
        <p:nvSpPr>
          <p:cNvPr id="8" name="Text 5"/>
          <p:cNvSpPr/>
          <p:nvPr/>
        </p:nvSpPr>
        <p:spPr>
          <a:xfrm>
            <a:off x="5359400" y="4571901"/>
            <a:ext cx="12768581"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Scan a warning light · Listen to the engine · Guided symptoms — as large, plain buttons.</a:t>
            </a:r>
            <a:endParaRPr lang="en-US" sz="1800" dirty="0"/>
          </a:p>
        </p:txBody>
      </p:sp>
      <p:sp>
        <p:nvSpPr>
          <p:cNvPr id="9" name="Shape 6"/>
          <p:cNvSpPr/>
          <p:nvPr/>
        </p:nvSpPr>
        <p:spPr>
          <a:xfrm>
            <a:off x="5086350" y="5298281"/>
            <a:ext cx="12153900"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10" name="Text 7"/>
          <p:cNvSpPr/>
          <p:nvPr/>
        </p:nvSpPr>
        <p:spPr>
          <a:xfrm>
            <a:off x="5359400" y="5533231"/>
            <a:ext cx="12768581"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Your active vehicle</a:t>
            </a:r>
            <a:endParaRPr lang="en-US" sz="2025" dirty="0"/>
          </a:p>
        </p:txBody>
      </p:sp>
      <p:sp>
        <p:nvSpPr>
          <p:cNvPr id="11" name="Text 8"/>
          <p:cNvSpPr/>
          <p:nvPr/>
        </p:nvSpPr>
        <p:spPr>
          <a:xfrm>
            <a:off x="5359400" y="5904706"/>
            <a:ext cx="12768581"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Shown at the top so results can be filtered to your make, model and engine.</a:t>
            </a:r>
            <a:endParaRPr lang="en-US" sz="1800" dirty="0"/>
          </a:p>
        </p:txBody>
      </p:sp>
      <p:sp>
        <p:nvSpPr>
          <p:cNvPr id="12" name="Shape 9"/>
          <p:cNvSpPr/>
          <p:nvPr/>
        </p:nvSpPr>
        <p:spPr>
          <a:xfrm>
            <a:off x="5086350" y="6631087"/>
            <a:ext cx="12153900"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13" name="Text 10"/>
          <p:cNvSpPr/>
          <p:nvPr/>
        </p:nvSpPr>
        <p:spPr>
          <a:xfrm>
            <a:off x="5359400" y="6866037"/>
            <a:ext cx="12768581"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Recent result &amp; offline badge</a:t>
            </a:r>
            <a:endParaRPr lang="en-US" sz="2025" dirty="0"/>
          </a:p>
        </p:txBody>
      </p:sp>
      <p:sp>
        <p:nvSpPr>
          <p:cNvPr id="14" name="Text 11"/>
          <p:cNvSpPr/>
          <p:nvPr/>
        </p:nvSpPr>
        <p:spPr>
          <a:xfrm>
            <a:off x="5359400" y="7237512"/>
            <a:ext cx="12768581"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Jump back to your last check — and a clear indicator that the app works with no connection.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HOW IT WORKS · 02 — SCAN A WARNING LIGHT</a:t>
            </a:r>
            <a:endParaRPr lang="en-US" sz="1800" dirty="0"/>
          </a:p>
        </p:txBody>
      </p:sp>
      <p:sp>
        <p:nvSpPr>
          <p:cNvPr id="3" name="Text 1"/>
          <p:cNvSpPr/>
          <p:nvPr/>
        </p:nvSpPr>
        <p:spPr>
          <a:xfrm>
            <a:off x="1047750" y="1346200"/>
            <a:ext cx="17811750" cy="61813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350" b="1" kern="0" spc="-87" dirty="0">
                <a:solidFill>
                  <a:srgbClr val="221A12"/>
                </a:solidFill>
                <a:latin typeface="Sora" pitchFamily="34" charset="0"/>
                <a:ea typeface="Sora" pitchFamily="34" charset="-122"/>
                <a:cs typeface="Sora" pitchFamily="34" charset="-120"/>
              </a:rPr>
              <a:t>Point, capture, understand — in seconds.</a:t>
            </a:r>
            <a:endParaRPr lang="en-US" sz="4350" dirty="0"/>
          </a:p>
        </p:txBody>
      </p:sp>
      <p:sp>
        <p:nvSpPr>
          <p:cNvPr id="4" name="Shape 2"/>
          <p:cNvSpPr/>
          <p:nvPr/>
        </p:nvSpPr>
        <p:spPr>
          <a:xfrm>
            <a:off x="1047750" y="2979241"/>
            <a:ext cx="2607667" cy="5334000"/>
          </a:xfrm>
          <a:prstGeom prst="roundRect">
            <a:avLst>
              <a:gd name="adj" fmla="val 7305"/>
            </a:avLst>
          </a:prstGeom>
          <a:ln/>
          <a:effectLst>
            <a:outerShdw blurRad="457200" dist="190500" dir="5400000" algn="bl" rotWithShape="0">
              <a:srgbClr val="221A12">
                <a:alpha val="18000"/>
              </a:srgbClr>
            </a:outerShdw>
          </a:effectLst>
        </p:spPr>
        <p:txBody>
          <a:bodyPr/>
          <a:lstStyle/>
          <a:p>
            <a:endParaRPr lang="en-GB"/>
          </a:p>
        </p:txBody>
      </p:sp>
      <p:pic>
        <p:nvPicPr>
          <p:cNvPr id="5" name="Image 0" descr="preencoded.png"/>
          <p:cNvPicPr>
            <a:picLocks noChangeAspect="1"/>
          </p:cNvPicPr>
          <p:nvPr/>
        </p:nvPicPr>
        <p:blipFill>
          <a:blip r:embed="rId3"/>
          <a:stretch>
            <a:fillRect/>
          </a:stretch>
        </p:blipFill>
        <p:spPr>
          <a:xfrm>
            <a:off x="1047750" y="2979241"/>
            <a:ext cx="2607667" cy="5334000"/>
          </a:xfrm>
          <a:prstGeom prst="rect">
            <a:avLst/>
          </a:prstGeom>
        </p:spPr>
      </p:pic>
      <p:sp>
        <p:nvSpPr>
          <p:cNvPr id="6" name="Text 3"/>
          <p:cNvSpPr/>
          <p:nvPr/>
        </p:nvSpPr>
        <p:spPr>
          <a:xfrm>
            <a:off x="917367" y="8446591"/>
            <a:ext cx="2868434" cy="311150"/>
          </a:xfrm>
          <a:prstGeom prst="rect">
            <a:avLst/>
          </a:prstGeom>
          <a:noFill/>
          <a:ln/>
        </p:spPr>
        <p:txBody>
          <a:bodyPr wrap="square" lIns="25400" tIns="25400" rIns="25400" bIns="25400" rtlCol="0" anchor="t">
            <a:normAutofit/>
          </a:bodyPr>
          <a:lstStyle/>
          <a:p>
            <a:pPr marL="0" indent="0" algn="ctr">
              <a:buNone/>
            </a:pPr>
            <a:r>
              <a:rPr lang="en-US" sz="1650" dirty="0">
                <a:solidFill>
                  <a:srgbClr val="8C99AD"/>
                </a:solidFill>
                <a:latin typeface="IBM Plex Mono" pitchFamily="34" charset="0"/>
                <a:ea typeface="IBM Plex Mono" pitchFamily="34" charset="-122"/>
                <a:cs typeface="IBM Plex Mono" pitchFamily="34" charset="-120"/>
              </a:rPr>
              <a:t>Aim &amp; capture</a:t>
            </a:r>
            <a:endParaRPr lang="en-US" sz="1650" dirty="0"/>
          </a:p>
        </p:txBody>
      </p:sp>
      <p:sp>
        <p:nvSpPr>
          <p:cNvPr id="7" name="Shape 4"/>
          <p:cNvSpPr/>
          <p:nvPr/>
        </p:nvSpPr>
        <p:spPr>
          <a:xfrm>
            <a:off x="3979267" y="2979241"/>
            <a:ext cx="2607667" cy="5334000"/>
          </a:xfrm>
          <a:prstGeom prst="roundRect">
            <a:avLst>
              <a:gd name="adj" fmla="val 7305"/>
            </a:avLst>
          </a:prstGeom>
          <a:ln/>
          <a:effectLst>
            <a:outerShdw blurRad="457200" dist="190500" dir="5400000" algn="bl" rotWithShape="0">
              <a:srgbClr val="221A12">
                <a:alpha val="18000"/>
              </a:srgbClr>
            </a:outerShdw>
          </a:effectLst>
        </p:spPr>
        <p:txBody>
          <a:bodyPr/>
          <a:lstStyle/>
          <a:p>
            <a:endParaRPr lang="en-GB"/>
          </a:p>
        </p:txBody>
      </p:sp>
      <p:pic>
        <p:nvPicPr>
          <p:cNvPr id="8" name="Image 1"/>
          <p:cNvPicPr>
            <a:picLocks noChangeAspect="1"/>
          </p:cNvPicPr>
          <p:nvPr/>
        </p:nvPicPr>
        <p:blipFill>
          <a:blip r:embed="rId4"/>
          <a:srcRect/>
          <a:stretch/>
        </p:blipFill>
        <p:spPr>
          <a:xfrm>
            <a:off x="4019785" y="2979241"/>
            <a:ext cx="2526631" cy="5334000"/>
          </a:xfrm>
          <a:prstGeom prst="rect">
            <a:avLst/>
          </a:prstGeom>
          <a:effectLst>
            <a:glow rad="63500">
              <a:srgbClr val="0E7468">
                <a:alpha val="40000"/>
              </a:srgbClr>
            </a:glow>
          </a:effectLst>
        </p:spPr>
      </p:pic>
      <p:sp>
        <p:nvSpPr>
          <p:cNvPr id="9" name="Text 5"/>
          <p:cNvSpPr/>
          <p:nvPr/>
        </p:nvSpPr>
        <p:spPr>
          <a:xfrm>
            <a:off x="3847247" y="8446591"/>
            <a:ext cx="2904450" cy="311150"/>
          </a:xfrm>
          <a:prstGeom prst="rect">
            <a:avLst/>
          </a:prstGeom>
          <a:noFill/>
          <a:ln/>
        </p:spPr>
        <p:txBody>
          <a:bodyPr wrap="square" lIns="25400" tIns="25400" rIns="25400" bIns="25400" rtlCol="0" anchor="t">
            <a:normAutofit/>
          </a:bodyPr>
          <a:lstStyle/>
          <a:p>
            <a:pPr marL="0" indent="0" algn="ctr">
              <a:buNone/>
            </a:pPr>
            <a:r>
              <a:rPr lang="en-US" sz="1650" dirty="0">
                <a:solidFill>
                  <a:srgbClr val="8C99AD"/>
                </a:solidFill>
                <a:latin typeface="IBM Plex Mono" pitchFamily="34" charset="0"/>
                <a:ea typeface="IBM Plex Mono" pitchFamily="34" charset="-122"/>
                <a:cs typeface="IBM Plex Mono" pitchFamily="34" charset="-120"/>
              </a:rPr>
              <a:t>Plain-language result</a:t>
            </a:r>
            <a:endParaRPr lang="en-US" sz="1650" dirty="0"/>
          </a:p>
        </p:txBody>
      </p:sp>
      <p:sp>
        <p:nvSpPr>
          <p:cNvPr id="10" name="Text 6"/>
          <p:cNvSpPr/>
          <p:nvPr/>
        </p:nvSpPr>
        <p:spPr>
          <a:xfrm>
            <a:off x="7229277" y="4681438"/>
            <a:ext cx="3619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0E7468"/>
                </a:solidFill>
                <a:latin typeface="Sora" pitchFamily="34" charset="0"/>
                <a:ea typeface="Sora" pitchFamily="34" charset="-122"/>
                <a:cs typeface="Sora" pitchFamily="34" charset="-120"/>
              </a:rPr>
              <a:t>1</a:t>
            </a:r>
            <a:endParaRPr lang="en-US" sz="1950" dirty="0"/>
          </a:p>
        </p:txBody>
      </p:sp>
      <p:sp>
        <p:nvSpPr>
          <p:cNvPr id="11" name="Text 7"/>
          <p:cNvSpPr/>
          <p:nvPr/>
        </p:nvSpPr>
        <p:spPr>
          <a:xfrm>
            <a:off x="7686477" y="4681438"/>
            <a:ext cx="9268004"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221A12"/>
                </a:solidFill>
                <a:latin typeface="Plus Jakarta Sans" pitchFamily="34" charset="0"/>
                <a:ea typeface="Plus Jakarta Sans" pitchFamily="34" charset="-122"/>
                <a:cs typeface="Plus Jakarta Sans" pitchFamily="34" charset="-120"/>
              </a:rPr>
              <a:t>Aim </a:t>
            </a:r>
            <a:r>
              <a:rPr lang="en-US" sz="1875" dirty="0">
                <a:solidFill>
                  <a:srgbClr val="221A12"/>
                </a:solidFill>
                <a:latin typeface="Plus Jakarta Sans" pitchFamily="34" charset="0"/>
                <a:ea typeface="Plus Jakarta Sans" pitchFamily="34" charset="-122"/>
                <a:cs typeface="Plus Jakarta Sans" pitchFamily="34" charset="-120"/>
              </a:rPr>
              <a:t>— align the light in the reticle; on-device vision identifies it in &lt;1s, offline.</a:t>
            </a:r>
            <a:endParaRPr lang="en-US" sz="1875" dirty="0"/>
          </a:p>
        </p:txBody>
      </p:sp>
      <p:sp>
        <p:nvSpPr>
          <p:cNvPr id="12" name="Text 8"/>
          <p:cNvSpPr/>
          <p:nvPr/>
        </p:nvSpPr>
        <p:spPr>
          <a:xfrm>
            <a:off x="7229277" y="5179120"/>
            <a:ext cx="3619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0E7468"/>
                </a:solidFill>
                <a:latin typeface="Sora" pitchFamily="34" charset="0"/>
                <a:ea typeface="Sora" pitchFamily="34" charset="-122"/>
                <a:cs typeface="Sora" pitchFamily="34" charset="-120"/>
              </a:rPr>
              <a:t>2</a:t>
            </a:r>
            <a:endParaRPr lang="en-US" sz="1950" dirty="0"/>
          </a:p>
        </p:txBody>
      </p:sp>
      <p:sp>
        <p:nvSpPr>
          <p:cNvPr id="13" name="Text 9"/>
          <p:cNvSpPr/>
          <p:nvPr/>
        </p:nvSpPr>
        <p:spPr>
          <a:xfrm>
            <a:off x="7686477" y="5179120"/>
            <a:ext cx="10296218"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221A12"/>
                </a:solidFill>
                <a:latin typeface="Plus Jakarta Sans" pitchFamily="34" charset="0"/>
                <a:ea typeface="Plus Jakarta Sans" pitchFamily="34" charset="-122"/>
                <a:cs typeface="Plus Jakarta Sans" pitchFamily="34" charset="-120"/>
              </a:rPr>
              <a:t>Name &amp; meaning </a:t>
            </a:r>
            <a:r>
              <a:rPr lang="en-US" sz="1875" dirty="0">
                <a:solidFill>
                  <a:srgbClr val="221A12"/>
                </a:solidFill>
                <a:latin typeface="Plus Jakarta Sans" pitchFamily="34" charset="0"/>
                <a:ea typeface="Plus Jakarta Sans" pitchFamily="34" charset="-122"/>
                <a:cs typeface="Plus Jakarta Sans" pitchFamily="34" charset="-120"/>
              </a:rPr>
              <a:t>— what the symbol is, in words a non-technical driver understands.</a:t>
            </a:r>
            <a:endParaRPr lang="en-US" sz="1875" dirty="0"/>
          </a:p>
        </p:txBody>
      </p:sp>
      <p:sp>
        <p:nvSpPr>
          <p:cNvPr id="14" name="Text 10"/>
          <p:cNvSpPr/>
          <p:nvPr/>
        </p:nvSpPr>
        <p:spPr>
          <a:xfrm>
            <a:off x="7229277" y="5676801"/>
            <a:ext cx="3619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0E7468"/>
                </a:solidFill>
                <a:latin typeface="Sora" pitchFamily="34" charset="0"/>
                <a:ea typeface="Sora" pitchFamily="34" charset="-122"/>
                <a:cs typeface="Sora" pitchFamily="34" charset="-120"/>
              </a:rPr>
              <a:t>3</a:t>
            </a:r>
            <a:endParaRPr lang="en-US" sz="1950" dirty="0"/>
          </a:p>
        </p:txBody>
      </p:sp>
      <p:sp>
        <p:nvSpPr>
          <p:cNvPr id="15" name="Text 11"/>
          <p:cNvSpPr/>
          <p:nvPr/>
        </p:nvSpPr>
        <p:spPr>
          <a:xfrm>
            <a:off x="7686477" y="5676801"/>
            <a:ext cx="6788220"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221A12"/>
                </a:solidFill>
                <a:latin typeface="Plus Jakarta Sans" pitchFamily="34" charset="0"/>
                <a:ea typeface="Plus Jakarta Sans" pitchFamily="34" charset="-122"/>
                <a:cs typeface="Plus Jakarta Sans" pitchFamily="34" charset="-120"/>
              </a:rPr>
              <a:t>"Do this first" </a:t>
            </a:r>
            <a:r>
              <a:rPr lang="en-US" sz="1875" dirty="0">
                <a:solidFill>
                  <a:srgbClr val="221A12"/>
                </a:solidFill>
                <a:latin typeface="Plus Jakarta Sans" pitchFamily="34" charset="0"/>
                <a:ea typeface="Plus Jakarta Sans" pitchFamily="34" charset="-122"/>
                <a:cs typeface="Plus Jakarta Sans" pitchFamily="34" charset="-120"/>
              </a:rPr>
              <a:t>— the single safe action to take right now.</a:t>
            </a:r>
            <a:endParaRPr lang="en-US" sz="1875" dirty="0"/>
          </a:p>
        </p:txBody>
      </p:sp>
      <p:sp>
        <p:nvSpPr>
          <p:cNvPr id="16" name="Text 12"/>
          <p:cNvSpPr/>
          <p:nvPr/>
        </p:nvSpPr>
        <p:spPr>
          <a:xfrm>
            <a:off x="7229277" y="6174482"/>
            <a:ext cx="3619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0E7468"/>
                </a:solidFill>
                <a:latin typeface="Sora" pitchFamily="34" charset="0"/>
                <a:ea typeface="Sora" pitchFamily="34" charset="-122"/>
                <a:cs typeface="Sora" pitchFamily="34" charset="-120"/>
              </a:rPr>
              <a:t>4</a:t>
            </a:r>
            <a:endParaRPr lang="en-US" sz="1950" dirty="0"/>
          </a:p>
        </p:txBody>
      </p:sp>
      <p:sp>
        <p:nvSpPr>
          <p:cNvPr id="17" name="Text 13"/>
          <p:cNvSpPr/>
          <p:nvPr/>
        </p:nvSpPr>
        <p:spPr>
          <a:xfrm>
            <a:off x="7686477" y="6174482"/>
            <a:ext cx="9247267"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221A12"/>
                </a:solidFill>
                <a:latin typeface="Plus Jakarta Sans" pitchFamily="34" charset="0"/>
                <a:ea typeface="Plus Jakarta Sans" pitchFamily="34" charset="-122"/>
                <a:cs typeface="Plus Jakarta Sans" pitchFamily="34" charset="-120"/>
              </a:rPr>
              <a:t>Confidence meter </a:t>
            </a:r>
            <a:r>
              <a:rPr lang="en-US" sz="1875" dirty="0">
                <a:solidFill>
                  <a:srgbClr val="221A12"/>
                </a:solidFill>
                <a:latin typeface="Plus Jakarta Sans" pitchFamily="34" charset="0"/>
                <a:ea typeface="Plus Jakarta Sans" pitchFamily="34" charset="-122"/>
                <a:cs typeface="Plus Jakarta Sans" pitchFamily="34" charset="-120"/>
              </a:rPr>
              <a:t>— how sure the app is; if it's low, the fault name is hidden.</a:t>
            </a:r>
            <a:endParaRPr lang="en-US" sz="1875" dirty="0"/>
          </a:p>
        </p:txBody>
      </p:sp>
      <p:sp>
        <p:nvSpPr>
          <p:cNvPr id="18" name="Text 14"/>
          <p:cNvSpPr/>
          <p:nvPr/>
        </p:nvSpPr>
        <p:spPr>
          <a:xfrm>
            <a:off x="7229277" y="6672164"/>
            <a:ext cx="3619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0E7468"/>
                </a:solidFill>
                <a:latin typeface="Sora" pitchFamily="34" charset="0"/>
                <a:ea typeface="Sora" pitchFamily="34" charset="-122"/>
                <a:cs typeface="Sora" pitchFamily="34" charset="-120"/>
              </a:rPr>
              <a:t>5</a:t>
            </a:r>
            <a:endParaRPr lang="en-US" sz="1950" dirty="0"/>
          </a:p>
        </p:txBody>
      </p:sp>
      <p:sp>
        <p:nvSpPr>
          <p:cNvPr id="19" name="Text 15"/>
          <p:cNvSpPr/>
          <p:nvPr/>
        </p:nvSpPr>
        <p:spPr>
          <a:xfrm>
            <a:off x="7686477" y="6672164"/>
            <a:ext cx="7332285"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221A12"/>
                </a:solidFill>
                <a:latin typeface="Plus Jakarta Sans" pitchFamily="34" charset="0"/>
                <a:ea typeface="Plus Jakarta Sans" pitchFamily="34" charset="-122"/>
                <a:cs typeface="Plus Jakarta Sans" pitchFamily="34" charset="-120"/>
              </a:rPr>
              <a:t>Possible causes </a:t>
            </a:r>
            <a:r>
              <a:rPr lang="en-US" sz="1875" dirty="0">
                <a:solidFill>
                  <a:srgbClr val="221A12"/>
                </a:solidFill>
                <a:latin typeface="Plus Jakarta Sans" pitchFamily="34" charset="0"/>
                <a:ea typeface="Plus Jakarta Sans" pitchFamily="34" charset="-122"/>
                <a:cs typeface="Plus Jakarta Sans" pitchFamily="34" charset="-120"/>
              </a:rPr>
              <a:t>— ranked in plain language, most likely first.</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468"/>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BFE3DC"/>
                </a:solidFill>
                <a:latin typeface="IBM Plex Mono" pitchFamily="34" charset="0"/>
                <a:ea typeface="IBM Plex Mono" pitchFamily="34" charset="-122"/>
                <a:cs typeface="IBM Plex Mono" pitchFamily="34" charset="-120"/>
              </a:rPr>
              <a:t>HOW IT WORKS · 03 — DIAGNOSE AN ENGINE SOUND</a:t>
            </a:r>
            <a:endParaRPr lang="en-US" sz="1800" dirty="0"/>
          </a:p>
        </p:txBody>
      </p:sp>
      <p:sp>
        <p:nvSpPr>
          <p:cNvPr id="3" name="Text 1"/>
          <p:cNvSpPr/>
          <p:nvPr/>
        </p:nvSpPr>
        <p:spPr>
          <a:xfrm>
            <a:off x="1047750" y="4006354"/>
            <a:ext cx="13471773" cy="65811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650" b="1" kern="0" spc="-93" dirty="0">
                <a:solidFill>
                  <a:srgbClr val="FBF6EE"/>
                </a:solidFill>
                <a:latin typeface="Sora" pitchFamily="34" charset="0"/>
                <a:ea typeface="Sora" pitchFamily="34" charset="-122"/>
                <a:cs typeface="Sora" pitchFamily="34" charset="-120"/>
              </a:rPr>
              <a:t>Let the app listen — safely.</a:t>
            </a:r>
            <a:endParaRPr lang="en-US" sz="4650" dirty="0"/>
          </a:p>
        </p:txBody>
      </p:sp>
      <p:sp>
        <p:nvSpPr>
          <p:cNvPr id="4" name="Text 2"/>
          <p:cNvSpPr/>
          <p:nvPr/>
        </p:nvSpPr>
        <p:spPr>
          <a:xfrm>
            <a:off x="1047750" y="4950222"/>
            <a:ext cx="4000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F2A23C"/>
                </a:solidFill>
                <a:latin typeface="Sora" pitchFamily="34" charset="0"/>
                <a:ea typeface="Sora" pitchFamily="34" charset="-122"/>
                <a:cs typeface="Sora" pitchFamily="34" charset="-120"/>
              </a:rPr>
              <a:t>1</a:t>
            </a:r>
            <a:endParaRPr lang="en-US" sz="1950" dirty="0"/>
          </a:p>
        </p:txBody>
      </p:sp>
      <p:sp>
        <p:nvSpPr>
          <p:cNvPr id="5" name="Text 3"/>
          <p:cNvSpPr/>
          <p:nvPr/>
        </p:nvSpPr>
        <p:spPr>
          <a:xfrm>
            <a:off x="1562100" y="4950222"/>
            <a:ext cx="12163833"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FFFFFF"/>
                </a:solidFill>
                <a:latin typeface="Plus Jakarta Sans" pitchFamily="34" charset="0"/>
                <a:ea typeface="Plus Jakarta Sans" pitchFamily="34" charset="-122"/>
                <a:cs typeface="Plus Jakarta Sans" pitchFamily="34" charset="-120"/>
              </a:rPr>
              <a:t>Safety gate </a:t>
            </a:r>
            <a:r>
              <a:rPr lang="en-US" sz="1875" dirty="0">
                <a:solidFill>
                  <a:srgbClr val="FBF6EE">
                    <a:alpha val="92000"/>
                  </a:srgbClr>
                </a:solidFill>
                <a:latin typeface="Plus Jakarta Sans" pitchFamily="34" charset="0"/>
                <a:ea typeface="Plus Jakarta Sans" pitchFamily="34" charset="-122"/>
                <a:cs typeface="Plus Jakarta Sans" pitchFamily="34" charset="-120"/>
              </a:rPr>
              <a:t>— confirm you're safely parked; the continue button is time-locked so it's actually read.</a:t>
            </a:r>
            <a:endParaRPr lang="en-US" sz="1875" dirty="0"/>
          </a:p>
        </p:txBody>
      </p:sp>
      <p:sp>
        <p:nvSpPr>
          <p:cNvPr id="6" name="Text 4"/>
          <p:cNvSpPr/>
          <p:nvPr/>
        </p:nvSpPr>
        <p:spPr>
          <a:xfrm>
            <a:off x="1047750" y="5447904"/>
            <a:ext cx="4000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F2A23C"/>
                </a:solidFill>
                <a:latin typeface="Sora" pitchFamily="34" charset="0"/>
                <a:ea typeface="Sora" pitchFamily="34" charset="-122"/>
                <a:cs typeface="Sora" pitchFamily="34" charset="-120"/>
              </a:rPr>
              <a:t>2</a:t>
            </a:r>
            <a:endParaRPr lang="en-US" sz="1950" dirty="0"/>
          </a:p>
        </p:txBody>
      </p:sp>
      <p:sp>
        <p:nvSpPr>
          <p:cNvPr id="7" name="Text 5"/>
          <p:cNvSpPr/>
          <p:nvPr/>
        </p:nvSpPr>
        <p:spPr>
          <a:xfrm>
            <a:off x="1562100" y="5447904"/>
            <a:ext cx="9586694"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FFFFFF"/>
                </a:solidFill>
                <a:latin typeface="Plus Jakarta Sans" pitchFamily="34" charset="0"/>
                <a:ea typeface="Plus Jakarta Sans" pitchFamily="34" charset="-122"/>
                <a:cs typeface="Plus Jakarta Sans" pitchFamily="34" charset="-120"/>
              </a:rPr>
              <a:t>Ambient check </a:t>
            </a:r>
            <a:r>
              <a:rPr lang="en-US" sz="1875" dirty="0">
                <a:solidFill>
                  <a:srgbClr val="FBF6EE">
                    <a:alpha val="92000"/>
                  </a:srgbClr>
                </a:solidFill>
                <a:latin typeface="Plus Jakarta Sans" pitchFamily="34" charset="0"/>
                <a:ea typeface="Plus Jakarta Sans" pitchFamily="34" charset="-122"/>
                <a:cs typeface="Plus Jakarta Sans" pitchFamily="34" charset="-120"/>
              </a:rPr>
              <a:t>— the app makes sure it's quiet enough to record a usable clip.</a:t>
            </a:r>
            <a:endParaRPr lang="en-US" sz="1875" dirty="0"/>
          </a:p>
        </p:txBody>
      </p:sp>
      <p:sp>
        <p:nvSpPr>
          <p:cNvPr id="8" name="Text 6"/>
          <p:cNvSpPr/>
          <p:nvPr/>
        </p:nvSpPr>
        <p:spPr>
          <a:xfrm>
            <a:off x="1047750" y="5945585"/>
            <a:ext cx="4000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F2A23C"/>
                </a:solidFill>
                <a:latin typeface="Sora" pitchFamily="34" charset="0"/>
                <a:ea typeface="Sora" pitchFamily="34" charset="-122"/>
                <a:cs typeface="Sora" pitchFamily="34" charset="-120"/>
              </a:rPr>
              <a:t>3</a:t>
            </a:r>
            <a:endParaRPr lang="en-US" sz="1950" dirty="0"/>
          </a:p>
        </p:txBody>
      </p:sp>
      <p:sp>
        <p:nvSpPr>
          <p:cNvPr id="9" name="Text 7"/>
          <p:cNvSpPr/>
          <p:nvPr/>
        </p:nvSpPr>
        <p:spPr>
          <a:xfrm>
            <a:off x="1562100" y="5945585"/>
            <a:ext cx="7689503"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FFFFFF"/>
                </a:solidFill>
                <a:latin typeface="Plus Jakarta Sans" pitchFamily="34" charset="0"/>
                <a:ea typeface="Plus Jakarta Sans" pitchFamily="34" charset="-122"/>
                <a:cs typeface="Plus Jakarta Sans" pitchFamily="34" charset="-120"/>
              </a:rPr>
              <a:t>Record </a:t>
            </a:r>
            <a:r>
              <a:rPr lang="en-US" sz="1875" dirty="0">
                <a:solidFill>
                  <a:srgbClr val="FBF6EE">
                    <a:alpha val="92000"/>
                  </a:srgbClr>
                </a:solidFill>
                <a:latin typeface="Plus Jakarta Sans" pitchFamily="34" charset="0"/>
                <a:ea typeface="Plus Jakarta Sans" pitchFamily="34" charset="-122"/>
                <a:cs typeface="Plus Jakarta Sans" pitchFamily="34" charset="-120"/>
              </a:rPr>
              <a:t>— a short clip through the microphone, on-device only.</a:t>
            </a:r>
            <a:endParaRPr lang="en-US" sz="1875" dirty="0"/>
          </a:p>
        </p:txBody>
      </p:sp>
      <p:sp>
        <p:nvSpPr>
          <p:cNvPr id="10" name="Text 8"/>
          <p:cNvSpPr/>
          <p:nvPr/>
        </p:nvSpPr>
        <p:spPr>
          <a:xfrm>
            <a:off x="1047750" y="6443266"/>
            <a:ext cx="400050" cy="349250"/>
          </a:xfrm>
          <a:prstGeom prst="rect">
            <a:avLst/>
          </a:prstGeom>
          <a:noFill/>
          <a:ln/>
        </p:spPr>
        <p:txBody>
          <a:bodyPr wrap="square" lIns="25400" tIns="25400" rIns="25400" bIns="25400" rtlCol="0" anchor="t">
            <a:normAutofit/>
          </a:bodyPr>
          <a:lstStyle/>
          <a:p>
            <a:pPr marL="0" indent="0" algn="l">
              <a:buNone/>
            </a:pPr>
            <a:r>
              <a:rPr lang="en-US" sz="1950" b="1" dirty="0">
                <a:solidFill>
                  <a:srgbClr val="F2A23C"/>
                </a:solidFill>
                <a:latin typeface="Sora" pitchFamily="34" charset="0"/>
                <a:ea typeface="Sora" pitchFamily="34" charset="-122"/>
                <a:cs typeface="Sora" pitchFamily="34" charset="-120"/>
              </a:rPr>
              <a:t>4</a:t>
            </a:r>
            <a:endParaRPr lang="en-US" sz="1950" dirty="0"/>
          </a:p>
        </p:txBody>
      </p:sp>
      <p:sp>
        <p:nvSpPr>
          <p:cNvPr id="11" name="Text 9"/>
          <p:cNvSpPr/>
          <p:nvPr/>
        </p:nvSpPr>
        <p:spPr>
          <a:xfrm>
            <a:off x="1562100" y="6443266"/>
            <a:ext cx="12865388" cy="38338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75" b="1" dirty="0">
                <a:solidFill>
                  <a:srgbClr val="FFFFFF"/>
                </a:solidFill>
                <a:latin typeface="Plus Jakarta Sans" pitchFamily="34" charset="0"/>
                <a:ea typeface="Plus Jakarta Sans" pitchFamily="34" charset="-122"/>
                <a:cs typeface="Plus Jakarta Sans" pitchFamily="34" charset="-120"/>
              </a:rPr>
              <a:t>Assessment </a:t>
            </a:r>
            <a:r>
              <a:rPr lang="en-US" sz="1875" dirty="0">
                <a:solidFill>
                  <a:srgbClr val="FBF6EE">
                    <a:alpha val="92000"/>
                  </a:srgbClr>
                </a:solidFill>
                <a:latin typeface="Plus Jakarta Sans" pitchFamily="34" charset="0"/>
                <a:ea typeface="Plus Jakarta Sans" pitchFamily="34" charset="-122"/>
                <a:cs typeface="Plus Jakarta Sans" pitchFamily="34" charset="-120"/>
              </a:rPr>
              <a:t>— classified into a likely fault family, refined by follow-up questions, with a confidence score.</a:t>
            </a:r>
            <a:endParaRPr lang="en-US" sz="1875" dirty="0"/>
          </a:p>
        </p:txBody>
      </p:sp>
      <p:sp>
        <p:nvSpPr>
          <p:cNvPr id="12" name="Shape 10"/>
          <p:cNvSpPr/>
          <p:nvPr/>
        </p:nvSpPr>
        <p:spPr>
          <a:xfrm>
            <a:off x="13980616" y="2063750"/>
            <a:ext cx="3259634" cy="6667500"/>
          </a:xfrm>
          <a:prstGeom prst="roundRect">
            <a:avLst>
              <a:gd name="adj" fmla="val 6429"/>
            </a:avLst>
          </a:prstGeom>
          <a:ln/>
          <a:effectLst>
            <a:outerShdw blurRad="514350" dist="209550" dir="5400000" algn="bl" rotWithShape="0">
              <a:srgbClr val="000000">
                <a:alpha val="28000"/>
              </a:srgbClr>
            </a:outerShdw>
          </a:effectLst>
        </p:spPr>
        <p:txBody>
          <a:bodyPr/>
          <a:lstStyle/>
          <a:p>
            <a:endParaRPr lang="en-GB"/>
          </a:p>
        </p:txBody>
      </p:sp>
      <p:pic>
        <p:nvPicPr>
          <p:cNvPr id="13" name="Image 0"/>
          <p:cNvPicPr>
            <a:picLocks noChangeAspect="1"/>
          </p:cNvPicPr>
          <p:nvPr/>
        </p:nvPicPr>
        <p:blipFill>
          <a:blip r:embed="rId3"/>
          <a:srcRect/>
          <a:stretch/>
        </p:blipFill>
        <p:spPr>
          <a:xfrm>
            <a:off x="14031288" y="2063750"/>
            <a:ext cx="3158289" cy="6667500"/>
          </a:xfrm>
          <a:prstGeom prst="rect">
            <a:avLst/>
          </a:prstGeom>
          <a:effectLst>
            <a:glow rad="63500">
              <a:srgbClr val="FBF6EE">
                <a:alpha val="40000"/>
              </a:srgbClr>
            </a:glo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HOW IT WORKS · 04 — READING A RESULT</a:t>
            </a:r>
            <a:endParaRPr lang="en-US" sz="1800" dirty="0"/>
          </a:p>
        </p:txBody>
      </p:sp>
      <p:sp>
        <p:nvSpPr>
          <p:cNvPr id="3" name="Text 1"/>
          <p:cNvSpPr/>
          <p:nvPr/>
        </p:nvSpPr>
        <p:spPr>
          <a:xfrm>
            <a:off x="1047750" y="1346200"/>
            <a:ext cx="17811750" cy="61813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350" b="1" kern="0" spc="-87" dirty="0">
                <a:solidFill>
                  <a:srgbClr val="221A12"/>
                </a:solidFill>
                <a:latin typeface="Sora" pitchFamily="34" charset="0"/>
                <a:ea typeface="Sora" pitchFamily="34" charset="-122"/>
                <a:cs typeface="Sora" pitchFamily="34" charset="-120"/>
              </a:rPr>
              <a:t>How urgent — and how sure.</a:t>
            </a:r>
            <a:endParaRPr lang="en-US" sz="4350" dirty="0"/>
          </a:p>
        </p:txBody>
      </p:sp>
      <p:sp>
        <p:nvSpPr>
          <p:cNvPr id="4" name="Shape 2"/>
          <p:cNvSpPr/>
          <p:nvPr/>
        </p:nvSpPr>
        <p:spPr>
          <a:xfrm>
            <a:off x="1047750" y="2231033"/>
            <a:ext cx="5838825" cy="1089025"/>
          </a:xfrm>
          <a:prstGeom prst="roundRect">
            <a:avLst>
              <a:gd name="adj" fmla="val 13994"/>
            </a:avLst>
          </a:prstGeom>
          <a:solidFill>
            <a:srgbClr val="FFFFFF"/>
          </a:solidFill>
          <a:ln w="6350">
            <a:solidFill>
              <a:srgbClr val="ECE2D4"/>
            </a:solidFill>
            <a:prstDash val="solid"/>
          </a:ln>
        </p:spPr>
        <p:txBody>
          <a:bodyPr/>
          <a:lstStyle/>
          <a:p>
            <a:endParaRPr lang="en-GB"/>
          </a:p>
        </p:txBody>
      </p:sp>
      <p:sp>
        <p:nvSpPr>
          <p:cNvPr id="5" name="Shape 3"/>
          <p:cNvSpPr/>
          <p:nvPr/>
        </p:nvSpPr>
        <p:spPr>
          <a:xfrm>
            <a:off x="1054100" y="2237383"/>
            <a:ext cx="5826125" cy="85725"/>
          </a:xfrm>
          <a:prstGeom prst="rect">
            <a:avLst/>
          </a:prstGeom>
          <a:solidFill>
            <a:srgbClr val="1FA85A"/>
          </a:solidFill>
          <a:ln/>
        </p:spPr>
        <p:txBody>
          <a:bodyPr/>
          <a:lstStyle/>
          <a:p>
            <a:endParaRPr lang="en-GB"/>
          </a:p>
        </p:txBody>
      </p:sp>
      <p:sp>
        <p:nvSpPr>
          <p:cNvPr id="6" name="Text 4"/>
          <p:cNvSpPr/>
          <p:nvPr/>
        </p:nvSpPr>
        <p:spPr>
          <a:xfrm>
            <a:off x="1263650" y="2513608"/>
            <a:ext cx="5947728"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Low</a:t>
            </a:r>
            <a:endParaRPr lang="en-US" sz="2025" dirty="0"/>
          </a:p>
        </p:txBody>
      </p:sp>
      <p:sp>
        <p:nvSpPr>
          <p:cNvPr id="7" name="Text 5"/>
          <p:cNvSpPr/>
          <p:nvPr/>
        </p:nvSpPr>
        <p:spPr>
          <a:xfrm>
            <a:off x="1263650" y="2875558"/>
            <a:ext cx="5947728" cy="285750"/>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1FA85A"/>
                </a:solidFill>
                <a:latin typeface="IBM Plex Mono" pitchFamily="34" charset="0"/>
                <a:ea typeface="IBM Plex Mono" pitchFamily="34" charset="-122"/>
                <a:cs typeface="IBM Plex Mono" pitchFamily="34" charset="-120"/>
              </a:rPr>
              <a:t>MONITOR</a:t>
            </a:r>
            <a:endParaRPr lang="en-US" sz="1500" dirty="0"/>
          </a:p>
        </p:txBody>
      </p:sp>
      <p:sp>
        <p:nvSpPr>
          <p:cNvPr id="8" name="Shape 6"/>
          <p:cNvSpPr/>
          <p:nvPr/>
        </p:nvSpPr>
        <p:spPr>
          <a:xfrm>
            <a:off x="7058025" y="2231033"/>
            <a:ext cx="5838825" cy="1089025"/>
          </a:xfrm>
          <a:prstGeom prst="roundRect">
            <a:avLst>
              <a:gd name="adj" fmla="val 13994"/>
            </a:avLst>
          </a:prstGeom>
          <a:solidFill>
            <a:srgbClr val="FFFFFF"/>
          </a:solidFill>
          <a:ln w="6350">
            <a:solidFill>
              <a:srgbClr val="ECE2D4"/>
            </a:solidFill>
            <a:prstDash val="solid"/>
          </a:ln>
        </p:spPr>
        <p:txBody>
          <a:bodyPr/>
          <a:lstStyle/>
          <a:p>
            <a:endParaRPr lang="en-GB"/>
          </a:p>
        </p:txBody>
      </p:sp>
      <p:sp>
        <p:nvSpPr>
          <p:cNvPr id="9" name="Shape 7"/>
          <p:cNvSpPr/>
          <p:nvPr/>
        </p:nvSpPr>
        <p:spPr>
          <a:xfrm>
            <a:off x="7064375" y="2237383"/>
            <a:ext cx="5826125" cy="85725"/>
          </a:xfrm>
          <a:prstGeom prst="rect">
            <a:avLst/>
          </a:prstGeom>
          <a:solidFill>
            <a:srgbClr val="EDB31E"/>
          </a:solidFill>
          <a:ln/>
        </p:spPr>
        <p:txBody>
          <a:bodyPr/>
          <a:lstStyle/>
          <a:p>
            <a:endParaRPr lang="en-GB"/>
          </a:p>
        </p:txBody>
      </p:sp>
      <p:sp>
        <p:nvSpPr>
          <p:cNvPr id="10" name="Text 8"/>
          <p:cNvSpPr/>
          <p:nvPr/>
        </p:nvSpPr>
        <p:spPr>
          <a:xfrm>
            <a:off x="7273925" y="2513608"/>
            <a:ext cx="5947728"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Medium</a:t>
            </a:r>
            <a:endParaRPr lang="en-US" sz="2025" dirty="0"/>
          </a:p>
        </p:txBody>
      </p:sp>
      <p:sp>
        <p:nvSpPr>
          <p:cNvPr id="11" name="Text 9"/>
          <p:cNvSpPr/>
          <p:nvPr/>
        </p:nvSpPr>
        <p:spPr>
          <a:xfrm>
            <a:off x="7273925" y="2875558"/>
            <a:ext cx="5947728" cy="285750"/>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B98708"/>
                </a:solidFill>
                <a:latin typeface="IBM Plex Mono" pitchFamily="34" charset="0"/>
                <a:ea typeface="IBM Plex Mono" pitchFamily="34" charset="-122"/>
                <a:cs typeface="IBM Plex Mono" pitchFamily="34" charset="-120"/>
              </a:rPr>
              <a:t>SERVICE SOON</a:t>
            </a:r>
            <a:endParaRPr lang="en-US" sz="1500" dirty="0"/>
          </a:p>
        </p:txBody>
      </p:sp>
      <p:sp>
        <p:nvSpPr>
          <p:cNvPr id="12" name="Shape 10"/>
          <p:cNvSpPr/>
          <p:nvPr/>
        </p:nvSpPr>
        <p:spPr>
          <a:xfrm>
            <a:off x="1047750" y="3491508"/>
            <a:ext cx="5838825" cy="1089025"/>
          </a:xfrm>
          <a:prstGeom prst="roundRect">
            <a:avLst>
              <a:gd name="adj" fmla="val 13994"/>
            </a:avLst>
          </a:prstGeom>
          <a:solidFill>
            <a:srgbClr val="FFFFFF"/>
          </a:solidFill>
          <a:ln w="6350">
            <a:solidFill>
              <a:srgbClr val="ECE2D4"/>
            </a:solidFill>
            <a:prstDash val="solid"/>
          </a:ln>
        </p:spPr>
        <p:txBody>
          <a:bodyPr/>
          <a:lstStyle/>
          <a:p>
            <a:endParaRPr lang="en-GB"/>
          </a:p>
        </p:txBody>
      </p:sp>
      <p:sp>
        <p:nvSpPr>
          <p:cNvPr id="13" name="Shape 11"/>
          <p:cNvSpPr/>
          <p:nvPr/>
        </p:nvSpPr>
        <p:spPr>
          <a:xfrm>
            <a:off x="1054100" y="3497858"/>
            <a:ext cx="5826125" cy="85725"/>
          </a:xfrm>
          <a:prstGeom prst="rect">
            <a:avLst/>
          </a:prstGeom>
          <a:solidFill>
            <a:srgbClr val="F4791F"/>
          </a:solidFill>
          <a:ln/>
        </p:spPr>
        <p:txBody>
          <a:bodyPr/>
          <a:lstStyle/>
          <a:p>
            <a:endParaRPr lang="en-GB"/>
          </a:p>
        </p:txBody>
      </p:sp>
      <p:sp>
        <p:nvSpPr>
          <p:cNvPr id="14" name="Text 12"/>
          <p:cNvSpPr/>
          <p:nvPr/>
        </p:nvSpPr>
        <p:spPr>
          <a:xfrm>
            <a:off x="1263650" y="3774083"/>
            <a:ext cx="5947728"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High</a:t>
            </a:r>
            <a:endParaRPr lang="en-US" sz="2025" dirty="0"/>
          </a:p>
        </p:txBody>
      </p:sp>
      <p:sp>
        <p:nvSpPr>
          <p:cNvPr id="15" name="Text 13"/>
          <p:cNvSpPr/>
          <p:nvPr/>
        </p:nvSpPr>
        <p:spPr>
          <a:xfrm>
            <a:off x="1263650" y="4136033"/>
            <a:ext cx="5947728" cy="285750"/>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E0660F"/>
                </a:solidFill>
                <a:latin typeface="IBM Plex Mono" pitchFamily="34" charset="0"/>
                <a:ea typeface="IBM Plex Mono" pitchFamily="34" charset="-122"/>
                <a:cs typeface="IBM Plex Mono" pitchFamily="34" charset="-120"/>
              </a:rPr>
              <a:t>MECHANIC TODAY</a:t>
            </a:r>
            <a:endParaRPr lang="en-US" sz="1500" dirty="0"/>
          </a:p>
        </p:txBody>
      </p:sp>
      <p:sp>
        <p:nvSpPr>
          <p:cNvPr id="16" name="Shape 14"/>
          <p:cNvSpPr/>
          <p:nvPr/>
        </p:nvSpPr>
        <p:spPr>
          <a:xfrm>
            <a:off x="7058025" y="3491508"/>
            <a:ext cx="5838825" cy="1089025"/>
          </a:xfrm>
          <a:prstGeom prst="roundRect">
            <a:avLst>
              <a:gd name="adj" fmla="val 13994"/>
            </a:avLst>
          </a:prstGeom>
          <a:solidFill>
            <a:srgbClr val="FFFFFF"/>
          </a:solidFill>
          <a:ln w="6350">
            <a:solidFill>
              <a:srgbClr val="ECE2D4"/>
            </a:solidFill>
            <a:prstDash val="solid"/>
          </a:ln>
        </p:spPr>
        <p:txBody>
          <a:bodyPr/>
          <a:lstStyle/>
          <a:p>
            <a:endParaRPr lang="en-GB"/>
          </a:p>
        </p:txBody>
      </p:sp>
      <p:sp>
        <p:nvSpPr>
          <p:cNvPr id="17" name="Shape 15"/>
          <p:cNvSpPr/>
          <p:nvPr/>
        </p:nvSpPr>
        <p:spPr>
          <a:xfrm>
            <a:off x="7064375" y="3497858"/>
            <a:ext cx="5826125" cy="85725"/>
          </a:xfrm>
          <a:prstGeom prst="rect">
            <a:avLst/>
          </a:prstGeom>
          <a:solidFill>
            <a:srgbClr val="E11D48"/>
          </a:solidFill>
          <a:ln/>
        </p:spPr>
        <p:txBody>
          <a:bodyPr/>
          <a:lstStyle/>
          <a:p>
            <a:endParaRPr lang="en-GB"/>
          </a:p>
        </p:txBody>
      </p:sp>
      <p:sp>
        <p:nvSpPr>
          <p:cNvPr id="18" name="Text 16"/>
          <p:cNvSpPr/>
          <p:nvPr/>
        </p:nvSpPr>
        <p:spPr>
          <a:xfrm>
            <a:off x="7273925" y="3774083"/>
            <a:ext cx="5947728"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Critical</a:t>
            </a:r>
            <a:endParaRPr lang="en-US" sz="2025" dirty="0"/>
          </a:p>
        </p:txBody>
      </p:sp>
      <p:sp>
        <p:nvSpPr>
          <p:cNvPr id="19" name="Text 17"/>
          <p:cNvSpPr/>
          <p:nvPr/>
        </p:nvSpPr>
        <p:spPr>
          <a:xfrm>
            <a:off x="7273925" y="4136033"/>
            <a:ext cx="5947728" cy="285750"/>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E11D48"/>
                </a:solidFill>
                <a:latin typeface="IBM Plex Mono" pitchFamily="34" charset="0"/>
                <a:ea typeface="IBM Plex Mono" pitchFamily="34" charset="-122"/>
                <a:cs typeface="IBM Plex Mono" pitchFamily="34" charset="-120"/>
              </a:rPr>
              <a:t>STOP NOW</a:t>
            </a:r>
            <a:endParaRPr lang="en-US" sz="1500" dirty="0"/>
          </a:p>
        </p:txBody>
      </p:sp>
      <p:sp>
        <p:nvSpPr>
          <p:cNvPr id="20" name="Shape 18"/>
          <p:cNvSpPr/>
          <p:nvPr/>
        </p:nvSpPr>
        <p:spPr>
          <a:xfrm>
            <a:off x="1047750" y="4771033"/>
            <a:ext cx="11849100" cy="713680"/>
          </a:xfrm>
          <a:prstGeom prst="roundRect">
            <a:avLst>
              <a:gd name="adj" fmla="val 18685"/>
            </a:avLst>
          </a:prstGeom>
          <a:solidFill>
            <a:srgbClr val="0E7468">
              <a:alpha val="7000"/>
            </a:srgbClr>
          </a:solidFill>
          <a:ln w="6350">
            <a:solidFill>
              <a:srgbClr val="0E7468">
                <a:alpha val="20000"/>
              </a:srgbClr>
            </a:solidFill>
            <a:prstDash val="solid"/>
          </a:ln>
        </p:spPr>
        <p:txBody>
          <a:bodyPr/>
          <a:lstStyle/>
          <a:p>
            <a:endParaRPr lang="en-GB"/>
          </a:p>
        </p:txBody>
      </p:sp>
      <p:sp>
        <p:nvSpPr>
          <p:cNvPr id="21" name="Text 19"/>
          <p:cNvSpPr/>
          <p:nvPr/>
        </p:nvSpPr>
        <p:spPr>
          <a:xfrm>
            <a:off x="1282700" y="4967883"/>
            <a:ext cx="11734673"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dirty="0">
                <a:solidFill>
                  <a:srgbClr val="221A12"/>
                </a:solidFill>
                <a:latin typeface="Plus Jakarta Sans" pitchFamily="34" charset="0"/>
                <a:ea typeface="Plus Jakarta Sans" pitchFamily="34" charset="-122"/>
                <a:cs typeface="Plus Jakarta Sans" pitchFamily="34" charset="-120"/>
              </a:rPr>
              <a:t>Colour never alone </a:t>
            </a:r>
            <a:r>
              <a:rPr lang="en-US" sz="1800" dirty="0">
                <a:solidFill>
                  <a:srgbClr val="221A12"/>
                </a:solidFill>
                <a:highlight>
                  <a:srgbClr val="EEF5F4"/>
                </a:highlight>
                <a:latin typeface="Plus Jakarta Sans" pitchFamily="34" charset="0"/>
                <a:ea typeface="Plus Jakarta Sans" pitchFamily="34" charset="-122"/>
                <a:cs typeface="Plus Jakarta Sans" pitchFamily="34" charset="-120"/>
              </a:rPr>
              <a:t>— every level pairs a colour with a label and an action (WCAG AA).</a:t>
            </a:r>
            <a:endParaRPr lang="en-US" sz="1800" dirty="0"/>
          </a:p>
        </p:txBody>
      </p:sp>
      <p:sp>
        <p:nvSpPr>
          <p:cNvPr id="22" name="Shape 20"/>
          <p:cNvSpPr/>
          <p:nvPr/>
        </p:nvSpPr>
        <p:spPr>
          <a:xfrm>
            <a:off x="1047750" y="5618063"/>
            <a:ext cx="11849100" cy="713680"/>
          </a:xfrm>
          <a:prstGeom prst="roundRect">
            <a:avLst>
              <a:gd name="adj" fmla="val 18685"/>
            </a:avLst>
          </a:prstGeom>
          <a:solidFill>
            <a:srgbClr val="0E7468">
              <a:alpha val="7000"/>
            </a:srgbClr>
          </a:solidFill>
          <a:ln w="6350">
            <a:solidFill>
              <a:srgbClr val="0E7468">
                <a:alpha val="20000"/>
              </a:srgbClr>
            </a:solidFill>
            <a:prstDash val="solid"/>
          </a:ln>
        </p:spPr>
        <p:txBody>
          <a:bodyPr/>
          <a:lstStyle/>
          <a:p>
            <a:endParaRPr lang="en-GB"/>
          </a:p>
        </p:txBody>
      </p:sp>
      <p:sp>
        <p:nvSpPr>
          <p:cNvPr id="23" name="Text 21"/>
          <p:cNvSpPr/>
          <p:nvPr/>
        </p:nvSpPr>
        <p:spPr>
          <a:xfrm>
            <a:off x="1282700" y="5814913"/>
            <a:ext cx="11734673"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dirty="0">
                <a:solidFill>
                  <a:srgbClr val="221A12"/>
                </a:solidFill>
                <a:latin typeface="Plus Jakarta Sans" pitchFamily="34" charset="0"/>
                <a:ea typeface="Plus Jakarta Sans" pitchFamily="34" charset="-122"/>
                <a:cs typeface="Plus Jakarta Sans" pitchFamily="34" charset="-120"/>
              </a:rPr>
              <a:t>Confidence + disclaimer </a:t>
            </a:r>
            <a:r>
              <a:rPr lang="en-US" sz="1800" dirty="0">
                <a:solidFill>
                  <a:srgbClr val="221A12"/>
                </a:solidFill>
                <a:highlight>
                  <a:srgbClr val="EEF5F4"/>
                </a:highlight>
                <a:latin typeface="Plus Jakarta Sans" pitchFamily="34" charset="0"/>
                <a:ea typeface="Plus Jakarta Sans" pitchFamily="34" charset="-122"/>
                <a:cs typeface="Plus Jakarta Sans" pitchFamily="34" charset="-120"/>
              </a:rPr>
              <a:t>— shown on every result; low confidence hides the fault name.</a:t>
            </a:r>
            <a:endParaRPr lang="en-US" sz="1800" dirty="0"/>
          </a:p>
        </p:txBody>
      </p:sp>
      <p:sp>
        <p:nvSpPr>
          <p:cNvPr id="24" name="Shape 22"/>
          <p:cNvSpPr/>
          <p:nvPr/>
        </p:nvSpPr>
        <p:spPr>
          <a:xfrm>
            <a:off x="13798551" y="2231033"/>
            <a:ext cx="3073400" cy="6286500"/>
          </a:xfrm>
          <a:prstGeom prst="roundRect">
            <a:avLst>
              <a:gd name="adj" fmla="val 6198"/>
            </a:avLst>
          </a:prstGeom>
          <a:ln/>
          <a:effectLst>
            <a:outerShdw blurRad="457200" dist="190500" dir="5400000" algn="bl" rotWithShape="0">
              <a:srgbClr val="221A12">
                <a:alpha val="18000"/>
              </a:srgbClr>
            </a:outerShdw>
          </a:effectLst>
        </p:spPr>
        <p:txBody>
          <a:bodyPr/>
          <a:lstStyle/>
          <a:p>
            <a:endParaRPr lang="en-GB"/>
          </a:p>
        </p:txBody>
      </p:sp>
      <p:pic>
        <p:nvPicPr>
          <p:cNvPr id="25" name="Image 0"/>
          <p:cNvPicPr>
            <a:picLocks noChangeAspect="1"/>
          </p:cNvPicPr>
          <p:nvPr/>
        </p:nvPicPr>
        <p:blipFill>
          <a:blip r:embed="rId3"/>
          <a:srcRect/>
          <a:stretch/>
        </p:blipFill>
        <p:spPr>
          <a:xfrm>
            <a:off x="13846343" y="2231033"/>
            <a:ext cx="2977815" cy="6286500"/>
          </a:xfrm>
          <a:prstGeom prst="rect">
            <a:avLst/>
          </a:prstGeom>
          <a:effectLst>
            <a:glow rad="63500">
              <a:srgbClr val="0E7468">
                <a:alpha val="40000"/>
              </a:srgbClr>
            </a:glow>
          </a:effectLst>
        </p:spPr>
      </p:pic>
      <p:sp>
        <p:nvSpPr>
          <p:cNvPr id="26" name="Text 23"/>
          <p:cNvSpPr/>
          <p:nvPr/>
        </p:nvSpPr>
        <p:spPr>
          <a:xfrm>
            <a:off x="13651686" y="8669933"/>
            <a:ext cx="3367029" cy="857250"/>
          </a:xfrm>
          <a:prstGeom prst="rect">
            <a:avLst/>
          </a:prstGeom>
          <a:noFill/>
          <a:ln/>
        </p:spPr>
        <p:txBody>
          <a:bodyPr wrap="square" lIns="25400" tIns="25400" rIns="25400" bIns="25400" rtlCol="0" anchor="t">
            <a:normAutofit/>
          </a:bodyPr>
          <a:lstStyle/>
          <a:p>
            <a:pPr marL="0" indent="0" algn="ctr">
              <a:buNone/>
            </a:pPr>
            <a:r>
              <a:rPr lang="en-US" sz="1650" dirty="0">
                <a:solidFill>
                  <a:srgbClr val="8C99AD"/>
                </a:solidFill>
                <a:latin typeface="IBM Plex Mono" pitchFamily="34" charset="0"/>
                <a:ea typeface="IBM Plex Mono" pitchFamily="34" charset="-122"/>
                <a:cs typeface="IBM Plex Mono" pitchFamily="34" charset="-120"/>
              </a:rPr>
              <a:t>Critical faults: a non-dismissible prompt + one-tap mechanic call.</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HOW IT WORKS · 05 — REPAIR &amp; MAINTENANCE</a:t>
            </a:r>
            <a:endParaRPr lang="en-US" sz="1800" dirty="0"/>
          </a:p>
        </p:txBody>
      </p:sp>
      <p:sp>
        <p:nvSpPr>
          <p:cNvPr id="3" name="Shape 1"/>
          <p:cNvSpPr/>
          <p:nvPr/>
        </p:nvSpPr>
        <p:spPr>
          <a:xfrm>
            <a:off x="1047750" y="1968500"/>
            <a:ext cx="3352800" cy="6858000"/>
          </a:xfrm>
          <a:prstGeom prst="roundRect">
            <a:avLst>
              <a:gd name="adj" fmla="val 6250"/>
            </a:avLst>
          </a:prstGeom>
          <a:ln/>
          <a:effectLst>
            <a:outerShdw blurRad="514350" dist="209550" dir="5400000" algn="bl" rotWithShape="0">
              <a:srgbClr val="221A12">
                <a:alpha val="18000"/>
              </a:srgbClr>
            </a:outerShdw>
          </a:effectLst>
        </p:spPr>
        <p:txBody>
          <a:bodyPr/>
          <a:lstStyle/>
          <a:p>
            <a:endParaRPr lang="en-GB"/>
          </a:p>
        </p:txBody>
      </p:sp>
      <p:pic>
        <p:nvPicPr>
          <p:cNvPr id="4" name="Image 0"/>
          <p:cNvPicPr>
            <a:picLocks noChangeAspect="1"/>
          </p:cNvPicPr>
          <p:nvPr/>
        </p:nvPicPr>
        <p:blipFill>
          <a:blip r:embed="rId3"/>
          <a:srcRect/>
          <a:stretch/>
        </p:blipFill>
        <p:spPr>
          <a:xfrm>
            <a:off x="1099887" y="1968500"/>
            <a:ext cx="3248526" cy="6858000"/>
          </a:xfrm>
          <a:prstGeom prst="rect">
            <a:avLst/>
          </a:prstGeom>
          <a:effectLst>
            <a:glow rad="63500">
              <a:srgbClr val="0E7468">
                <a:alpha val="40000"/>
              </a:srgbClr>
            </a:glow>
          </a:effectLst>
        </p:spPr>
      </p:pic>
      <p:sp>
        <p:nvSpPr>
          <p:cNvPr id="5" name="Text 2"/>
          <p:cNvSpPr/>
          <p:nvPr/>
        </p:nvSpPr>
        <p:spPr>
          <a:xfrm>
            <a:off x="5086350" y="2706092"/>
            <a:ext cx="1336929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90" dirty="0">
                <a:solidFill>
                  <a:srgbClr val="221A12"/>
                </a:solidFill>
                <a:latin typeface="Sora" pitchFamily="34" charset="0"/>
                <a:ea typeface="Sora" pitchFamily="34" charset="-122"/>
                <a:cs typeface="Sora" pitchFamily="34" charset="-120"/>
              </a:rPr>
              <a:t>Then it tells you what to do about it.</a:t>
            </a:r>
            <a:endParaRPr lang="en-US" sz="4500" dirty="0"/>
          </a:p>
        </p:txBody>
      </p:sp>
      <p:sp>
        <p:nvSpPr>
          <p:cNvPr id="6" name="Shape 3"/>
          <p:cNvSpPr/>
          <p:nvPr/>
        </p:nvSpPr>
        <p:spPr>
          <a:xfrm>
            <a:off x="5086350" y="3630017"/>
            <a:ext cx="12153900" cy="1100435"/>
          </a:xfrm>
          <a:prstGeom prst="roundRect">
            <a:avLst>
              <a:gd name="adj" fmla="val 12118"/>
            </a:avLst>
          </a:prstGeom>
          <a:solidFill>
            <a:srgbClr val="FFFFFF"/>
          </a:solidFill>
          <a:ln/>
        </p:spPr>
        <p:txBody>
          <a:bodyPr/>
          <a:lstStyle/>
          <a:p>
            <a:endParaRPr lang="en-GB"/>
          </a:p>
        </p:txBody>
      </p:sp>
      <p:sp>
        <p:nvSpPr>
          <p:cNvPr id="7" name="Shape 4"/>
          <p:cNvSpPr/>
          <p:nvPr/>
        </p:nvSpPr>
        <p:spPr>
          <a:xfrm>
            <a:off x="5086350" y="4724103"/>
            <a:ext cx="12153900" cy="9525"/>
          </a:xfrm>
          <a:prstGeom prst="rect">
            <a:avLst/>
          </a:prstGeom>
          <a:solidFill>
            <a:srgbClr val="ECE2D4"/>
          </a:solidFill>
          <a:ln/>
        </p:spPr>
        <p:txBody>
          <a:bodyPr/>
          <a:lstStyle/>
          <a:p>
            <a:endParaRPr lang="en-GB"/>
          </a:p>
        </p:txBody>
      </p:sp>
      <p:sp>
        <p:nvSpPr>
          <p:cNvPr id="8" name="Shape 5"/>
          <p:cNvSpPr/>
          <p:nvPr/>
        </p:nvSpPr>
        <p:spPr>
          <a:xfrm>
            <a:off x="5086350" y="3630017"/>
            <a:ext cx="12153900" cy="9525"/>
          </a:xfrm>
          <a:prstGeom prst="rect">
            <a:avLst/>
          </a:prstGeom>
          <a:solidFill>
            <a:srgbClr val="ECE2D4"/>
          </a:solidFill>
          <a:ln/>
        </p:spPr>
        <p:txBody>
          <a:bodyPr/>
          <a:lstStyle/>
          <a:p>
            <a:endParaRPr lang="en-GB"/>
          </a:p>
        </p:txBody>
      </p:sp>
      <p:sp>
        <p:nvSpPr>
          <p:cNvPr id="9" name="Shape 6"/>
          <p:cNvSpPr/>
          <p:nvPr/>
        </p:nvSpPr>
        <p:spPr>
          <a:xfrm>
            <a:off x="5086350" y="3630017"/>
            <a:ext cx="57150" cy="1100435"/>
          </a:xfrm>
          <a:prstGeom prst="rect">
            <a:avLst/>
          </a:prstGeom>
          <a:solidFill>
            <a:srgbClr val="1FA85A"/>
          </a:solidFill>
          <a:ln/>
        </p:spPr>
        <p:txBody>
          <a:bodyPr/>
          <a:lstStyle/>
          <a:p>
            <a:endParaRPr lang="en-GB"/>
          </a:p>
        </p:txBody>
      </p:sp>
      <p:sp>
        <p:nvSpPr>
          <p:cNvPr id="10" name="Shape 7"/>
          <p:cNvSpPr/>
          <p:nvPr/>
        </p:nvSpPr>
        <p:spPr>
          <a:xfrm>
            <a:off x="17233900" y="3630017"/>
            <a:ext cx="9525" cy="1100435"/>
          </a:xfrm>
          <a:prstGeom prst="rect">
            <a:avLst/>
          </a:prstGeom>
          <a:solidFill>
            <a:srgbClr val="ECE2D4"/>
          </a:solidFill>
          <a:ln/>
        </p:spPr>
        <p:txBody>
          <a:bodyPr/>
          <a:lstStyle/>
          <a:p>
            <a:endParaRPr lang="en-GB"/>
          </a:p>
        </p:txBody>
      </p:sp>
      <p:sp>
        <p:nvSpPr>
          <p:cNvPr id="11" name="Text 8"/>
          <p:cNvSpPr/>
          <p:nvPr/>
        </p:nvSpPr>
        <p:spPr>
          <a:xfrm>
            <a:off x="5391150" y="3845917"/>
            <a:ext cx="12754610"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Safe to do yourself</a:t>
            </a:r>
            <a:endParaRPr lang="en-US" sz="2025" dirty="0"/>
          </a:p>
        </p:txBody>
      </p:sp>
      <p:sp>
        <p:nvSpPr>
          <p:cNvPr id="12" name="Text 9"/>
          <p:cNvSpPr/>
          <p:nvPr/>
        </p:nvSpPr>
        <p:spPr>
          <a:xfrm>
            <a:off x="5391150" y="4207867"/>
            <a:ext cx="12754610" cy="3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dirty="0">
                <a:solidFill>
                  <a:srgbClr val="7A6E60"/>
                </a:solidFill>
                <a:latin typeface="Plus Jakarta Sans" pitchFamily="34" charset="0"/>
                <a:ea typeface="Plus Jakarta Sans" pitchFamily="34" charset="-122"/>
                <a:cs typeface="Plus Jakarta Sans" pitchFamily="34" charset="-120"/>
              </a:rPr>
              <a:t>Simple checks that need no tools at all.</a:t>
            </a:r>
            <a:endParaRPr lang="en-US" sz="1725" dirty="0"/>
          </a:p>
        </p:txBody>
      </p:sp>
      <p:sp>
        <p:nvSpPr>
          <p:cNvPr id="13" name="Shape 10"/>
          <p:cNvSpPr/>
          <p:nvPr/>
        </p:nvSpPr>
        <p:spPr>
          <a:xfrm>
            <a:off x="5086350" y="4882853"/>
            <a:ext cx="12153900" cy="1100435"/>
          </a:xfrm>
          <a:prstGeom prst="roundRect">
            <a:avLst>
              <a:gd name="adj" fmla="val 12118"/>
            </a:avLst>
          </a:prstGeom>
          <a:solidFill>
            <a:srgbClr val="FFFFFF"/>
          </a:solidFill>
          <a:ln/>
        </p:spPr>
        <p:txBody>
          <a:bodyPr/>
          <a:lstStyle/>
          <a:p>
            <a:endParaRPr lang="en-GB"/>
          </a:p>
        </p:txBody>
      </p:sp>
      <p:sp>
        <p:nvSpPr>
          <p:cNvPr id="14" name="Shape 11"/>
          <p:cNvSpPr/>
          <p:nvPr/>
        </p:nvSpPr>
        <p:spPr>
          <a:xfrm>
            <a:off x="5086350" y="5976938"/>
            <a:ext cx="12153900" cy="9525"/>
          </a:xfrm>
          <a:prstGeom prst="rect">
            <a:avLst/>
          </a:prstGeom>
          <a:solidFill>
            <a:srgbClr val="ECE2D4"/>
          </a:solidFill>
          <a:ln/>
        </p:spPr>
        <p:txBody>
          <a:bodyPr/>
          <a:lstStyle/>
          <a:p>
            <a:endParaRPr lang="en-GB"/>
          </a:p>
        </p:txBody>
      </p:sp>
      <p:sp>
        <p:nvSpPr>
          <p:cNvPr id="15" name="Shape 12"/>
          <p:cNvSpPr/>
          <p:nvPr/>
        </p:nvSpPr>
        <p:spPr>
          <a:xfrm>
            <a:off x="5086350" y="4882853"/>
            <a:ext cx="12153900" cy="9525"/>
          </a:xfrm>
          <a:prstGeom prst="rect">
            <a:avLst/>
          </a:prstGeom>
          <a:solidFill>
            <a:srgbClr val="ECE2D4"/>
          </a:solidFill>
          <a:ln/>
        </p:spPr>
        <p:txBody>
          <a:bodyPr/>
          <a:lstStyle/>
          <a:p>
            <a:endParaRPr lang="en-GB"/>
          </a:p>
        </p:txBody>
      </p:sp>
      <p:sp>
        <p:nvSpPr>
          <p:cNvPr id="16" name="Shape 13"/>
          <p:cNvSpPr/>
          <p:nvPr/>
        </p:nvSpPr>
        <p:spPr>
          <a:xfrm>
            <a:off x="5086350" y="4882853"/>
            <a:ext cx="57150" cy="1100435"/>
          </a:xfrm>
          <a:prstGeom prst="rect">
            <a:avLst/>
          </a:prstGeom>
          <a:solidFill>
            <a:srgbClr val="EDB31E"/>
          </a:solidFill>
          <a:ln/>
        </p:spPr>
        <p:txBody>
          <a:bodyPr/>
          <a:lstStyle/>
          <a:p>
            <a:endParaRPr lang="en-GB"/>
          </a:p>
        </p:txBody>
      </p:sp>
      <p:sp>
        <p:nvSpPr>
          <p:cNvPr id="17" name="Shape 14"/>
          <p:cNvSpPr/>
          <p:nvPr/>
        </p:nvSpPr>
        <p:spPr>
          <a:xfrm>
            <a:off x="17233900" y="4882853"/>
            <a:ext cx="9525" cy="1100435"/>
          </a:xfrm>
          <a:prstGeom prst="rect">
            <a:avLst/>
          </a:prstGeom>
          <a:solidFill>
            <a:srgbClr val="ECE2D4"/>
          </a:solidFill>
          <a:ln/>
        </p:spPr>
        <p:txBody>
          <a:bodyPr/>
          <a:lstStyle/>
          <a:p>
            <a:endParaRPr lang="en-GB"/>
          </a:p>
        </p:txBody>
      </p:sp>
      <p:sp>
        <p:nvSpPr>
          <p:cNvPr id="18" name="Text 15"/>
          <p:cNvSpPr/>
          <p:nvPr/>
        </p:nvSpPr>
        <p:spPr>
          <a:xfrm>
            <a:off x="5391150" y="5098753"/>
            <a:ext cx="12754610"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With basic tools</a:t>
            </a:r>
            <a:endParaRPr lang="en-US" sz="2025" dirty="0"/>
          </a:p>
        </p:txBody>
      </p:sp>
      <p:sp>
        <p:nvSpPr>
          <p:cNvPr id="19" name="Text 16"/>
          <p:cNvSpPr/>
          <p:nvPr/>
        </p:nvSpPr>
        <p:spPr>
          <a:xfrm>
            <a:off x="5391150" y="5460703"/>
            <a:ext cx="12754610" cy="3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dirty="0">
                <a:solidFill>
                  <a:srgbClr val="7A6E60"/>
                </a:solidFill>
                <a:latin typeface="Plus Jakarta Sans" pitchFamily="34" charset="0"/>
                <a:ea typeface="Plus Jakarta Sans" pitchFamily="34" charset="-122"/>
                <a:cs typeface="Plus Jakarta Sans" pitchFamily="34" charset="-120"/>
              </a:rPr>
              <a:t>Steps a confident owner can do with common tools.</a:t>
            </a:r>
            <a:endParaRPr lang="en-US" sz="1725" dirty="0"/>
          </a:p>
        </p:txBody>
      </p:sp>
      <p:sp>
        <p:nvSpPr>
          <p:cNvPr id="20" name="Shape 17"/>
          <p:cNvSpPr/>
          <p:nvPr/>
        </p:nvSpPr>
        <p:spPr>
          <a:xfrm>
            <a:off x="5086350" y="6135688"/>
            <a:ext cx="12153900" cy="1100435"/>
          </a:xfrm>
          <a:prstGeom prst="roundRect">
            <a:avLst>
              <a:gd name="adj" fmla="val 12118"/>
            </a:avLst>
          </a:prstGeom>
          <a:solidFill>
            <a:srgbClr val="FFFFFF"/>
          </a:solidFill>
          <a:ln/>
        </p:spPr>
        <p:txBody>
          <a:bodyPr/>
          <a:lstStyle/>
          <a:p>
            <a:endParaRPr lang="en-GB"/>
          </a:p>
        </p:txBody>
      </p:sp>
      <p:sp>
        <p:nvSpPr>
          <p:cNvPr id="21" name="Shape 18"/>
          <p:cNvSpPr/>
          <p:nvPr/>
        </p:nvSpPr>
        <p:spPr>
          <a:xfrm>
            <a:off x="5086350" y="7229773"/>
            <a:ext cx="12153900" cy="9525"/>
          </a:xfrm>
          <a:prstGeom prst="rect">
            <a:avLst/>
          </a:prstGeom>
          <a:solidFill>
            <a:srgbClr val="ECE2D4"/>
          </a:solidFill>
          <a:ln/>
        </p:spPr>
        <p:txBody>
          <a:bodyPr/>
          <a:lstStyle/>
          <a:p>
            <a:endParaRPr lang="en-GB"/>
          </a:p>
        </p:txBody>
      </p:sp>
      <p:sp>
        <p:nvSpPr>
          <p:cNvPr id="22" name="Shape 19"/>
          <p:cNvSpPr/>
          <p:nvPr/>
        </p:nvSpPr>
        <p:spPr>
          <a:xfrm>
            <a:off x="5086350" y="6135688"/>
            <a:ext cx="12153900" cy="9525"/>
          </a:xfrm>
          <a:prstGeom prst="rect">
            <a:avLst/>
          </a:prstGeom>
          <a:solidFill>
            <a:srgbClr val="ECE2D4"/>
          </a:solidFill>
          <a:ln/>
        </p:spPr>
        <p:txBody>
          <a:bodyPr/>
          <a:lstStyle/>
          <a:p>
            <a:endParaRPr lang="en-GB"/>
          </a:p>
        </p:txBody>
      </p:sp>
      <p:sp>
        <p:nvSpPr>
          <p:cNvPr id="23" name="Shape 20"/>
          <p:cNvSpPr/>
          <p:nvPr/>
        </p:nvSpPr>
        <p:spPr>
          <a:xfrm>
            <a:off x="5086350" y="6135688"/>
            <a:ext cx="57150" cy="1100435"/>
          </a:xfrm>
          <a:prstGeom prst="rect">
            <a:avLst/>
          </a:prstGeom>
          <a:solidFill>
            <a:srgbClr val="E11D48"/>
          </a:solidFill>
          <a:ln/>
        </p:spPr>
        <p:txBody>
          <a:bodyPr/>
          <a:lstStyle/>
          <a:p>
            <a:endParaRPr lang="en-GB"/>
          </a:p>
        </p:txBody>
      </p:sp>
      <p:sp>
        <p:nvSpPr>
          <p:cNvPr id="24" name="Shape 21"/>
          <p:cNvSpPr/>
          <p:nvPr/>
        </p:nvSpPr>
        <p:spPr>
          <a:xfrm>
            <a:off x="17233900" y="6135688"/>
            <a:ext cx="9525" cy="1100435"/>
          </a:xfrm>
          <a:prstGeom prst="rect">
            <a:avLst/>
          </a:prstGeom>
          <a:solidFill>
            <a:srgbClr val="ECE2D4"/>
          </a:solidFill>
          <a:ln/>
        </p:spPr>
        <p:txBody>
          <a:bodyPr/>
          <a:lstStyle/>
          <a:p>
            <a:endParaRPr lang="en-GB"/>
          </a:p>
        </p:txBody>
      </p:sp>
      <p:sp>
        <p:nvSpPr>
          <p:cNvPr id="25" name="Text 22"/>
          <p:cNvSpPr/>
          <p:nvPr/>
        </p:nvSpPr>
        <p:spPr>
          <a:xfrm>
            <a:off x="5391150" y="6351588"/>
            <a:ext cx="12754610"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Needs a workshop</a:t>
            </a:r>
            <a:endParaRPr lang="en-US" sz="2025" dirty="0"/>
          </a:p>
        </p:txBody>
      </p:sp>
      <p:sp>
        <p:nvSpPr>
          <p:cNvPr id="26" name="Text 23"/>
          <p:cNvSpPr/>
          <p:nvPr/>
        </p:nvSpPr>
        <p:spPr>
          <a:xfrm>
            <a:off x="5391150" y="6713538"/>
            <a:ext cx="12754610" cy="3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dirty="0">
                <a:solidFill>
                  <a:srgbClr val="7A6E60"/>
                </a:solidFill>
                <a:latin typeface="Plus Jakarta Sans" pitchFamily="34" charset="0"/>
                <a:ea typeface="Plus Jakarta Sans" pitchFamily="34" charset="-122"/>
                <a:cs typeface="Plus Jakarta Sans" pitchFamily="34" charset="-120"/>
              </a:rPr>
              <a:t>Clearly flagged as a job for a professional mechanic.</a:t>
            </a:r>
            <a:endParaRPr lang="en-US" sz="1725" dirty="0"/>
          </a:p>
        </p:txBody>
      </p:sp>
      <p:sp>
        <p:nvSpPr>
          <p:cNvPr id="27" name="Shape 24"/>
          <p:cNvSpPr/>
          <p:nvPr/>
        </p:nvSpPr>
        <p:spPr>
          <a:xfrm>
            <a:off x="5086350" y="7388523"/>
            <a:ext cx="12153900" cy="700385"/>
          </a:xfrm>
          <a:prstGeom prst="roundRect">
            <a:avLst>
              <a:gd name="adj" fmla="val 19040"/>
            </a:avLst>
          </a:prstGeom>
          <a:solidFill>
            <a:srgbClr val="0E7468">
              <a:alpha val="7000"/>
            </a:srgbClr>
          </a:solidFill>
          <a:ln w="6350">
            <a:solidFill>
              <a:srgbClr val="0E7468">
                <a:alpha val="20000"/>
              </a:srgbClr>
            </a:solidFill>
            <a:prstDash val="solid"/>
          </a:ln>
        </p:spPr>
        <p:txBody>
          <a:bodyPr/>
          <a:lstStyle/>
          <a:p>
            <a:endParaRPr lang="en-GB"/>
          </a:p>
        </p:txBody>
      </p:sp>
      <p:sp>
        <p:nvSpPr>
          <p:cNvPr id="28" name="Text 25"/>
          <p:cNvSpPr/>
          <p:nvPr/>
        </p:nvSpPr>
        <p:spPr>
          <a:xfrm>
            <a:off x="5340350" y="7585373"/>
            <a:ext cx="12010517" cy="3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b="1" dirty="0">
                <a:solidFill>
                  <a:srgbClr val="221A12"/>
                </a:solidFill>
                <a:latin typeface="Plus Jakarta Sans" pitchFamily="34" charset="0"/>
                <a:ea typeface="Plus Jakarta Sans" pitchFamily="34" charset="-122"/>
                <a:cs typeface="Plus Jakarta Sans" pitchFamily="34" charset="-120"/>
              </a:rPr>
              <a:t>Plus </a:t>
            </a:r>
            <a:r>
              <a:rPr lang="en-US" sz="1725" dirty="0">
                <a:solidFill>
                  <a:srgbClr val="221A12"/>
                </a:solidFill>
                <a:highlight>
                  <a:srgbClr val="EEF5F4"/>
                </a:highlight>
                <a:latin typeface="Plus Jakarta Sans" pitchFamily="34" charset="0"/>
                <a:ea typeface="Plus Jakarta Sans" pitchFamily="34" charset="-122"/>
                <a:cs typeface="Plus Jakarta Sans" pitchFamily="34" charset="-120"/>
              </a:rPr>
              <a:t>preventive tips, and curated expert video tutorials when you're online.</a:t>
            </a:r>
            <a:endParaRPr lang="en-US" sz="1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0E7468"/>
                </a:solidFill>
                <a:latin typeface="IBM Plex Mono" pitchFamily="34" charset="0"/>
                <a:ea typeface="IBM Plex Mono" pitchFamily="34" charset="-122"/>
                <a:cs typeface="IBM Plex Mono" pitchFamily="34" charset="-120"/>
              </a:rPr>
              <a:t>HOW IT WORKS · 06 — YOUR VEHICLES &amp; DATA</a:t>
            </a:r>
            <a:endParaRPr lang="en-US" sz="1800" dirty="0"/>
          </a:p>
        </p:txBody>
      </p:sp>
      <p:sp>
        <p:nvSpPr>
          <p:cNvPr id="3" name="Text 1"/>
          <p:cNvSpPr/>
          <p:nvPr/>
        </p:nvSpPr>
        <p:spPr>
          <a:xfrm>
            <a:off x="1047750" y="1346200"/>
            <a:ext cx="17811750" cy="618133"/>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350" b="1" kern="0" spc="-87" dirty="0">
                <a:solidFill>
                  <a:srgbClr val="221A12"/>
                </a:solidFill>
                <a:latin typeface="Sora" pitchFamily="34" charset="0"/>
                <a:ea typeface="Sora" pitchFamily="34" charset="-122"/>
                <a:cs typeface="Sora" pitchFamily="34" charset="-120"/>
              </a:rPr>
              <a:t>It remembers your car — privately.</a:t>
            </a:r>
            <a:endParaRPr lang="en-US" sz="4350" dirty="0"/>
          </a:p>
        </p:txBody>
      </p:sp>
      <p:sp>
        <p:nvSpPr>
          <p:cNvPr id="4" name="Shape 2"/>
          <p:cNvSpPr/>
          <p:nvPr/>
        </p:nvSpPr>
        <p:spPr>
          <a:xfrm>
            <a:off x="1047750" y="2979241"/>
            <a:ext cx="2607667" cy="5334000"/>
          </a:xfrm>
          <a:prstGeom prst="roundRect">
            <a:avLst>
              <a:gd name="adj" fmla="val 7305"/>
            </a:avLst>
          </a:prstGeom>
          <a:ln/>
          <a:effectLst>
            <a:outerShdw blurRad="457200" dist="190500" dir="5400000" algn="bl" rotWithShape="0">
              <a:srgbClr val="221A12">
                <a:alpha val="18000"/>
              </a:srgbClr>
            </a:outerShdw>
          </a:effectLst>
        </p:spPr>
        <p:txBody>
          <a:bodyPr/>
          <a:lstStyle/>
          <a:p>
            <a:endParaRPr lang="en-GB"/>
          </a:p>
        </p:txBody>
      </p:sp>
      <p:pic>
        <p:nvPicPr>
          <p:cNvPr id="5" name="Image 0"/>
          <p:cNvPicPr>
            <a:picLocks noChangeAspect="1"/>
          </p:cNvPicPr>
          <p:nvPr/>
        </p:nvPicPr>
        <p:blipFill>
          <a:blip r:embed="rId3"/>
          <a:srcRect/>
          <a:stretch/>
        </p:blipFill>
        <p:spPr>
          <a:xfrm>
            <a:off x="1088268" y="2979241"/>
            <a:ext cx="2526631" cy="5334000"/>
          </a:xfrm>
          <a:prstGeom prst="rect">
            <a:avLst/>
          </a:prstGeom>
          <a:effectLst>
            <a:glow rad="63500">
              <a:srgbClr val="0E7468">
                <a:alpha val="40000"/>
              </a:srgbClr>
            </a:glow>
          </a:effectLst>
        </p:spPr>
      </p:pic>
      <p:sp>
        <p:nvSpPr>
          <p:cNvPr id="6" name="Text 3"/>
          <p:cNvSpPr/>
          <p:nvPr/>
        </p:nvSpPr>
        <p:spPr>
          <a:xfrm>
            <a:off x="917367" y="8446591"/>
            <a:ext cx="2868434" cy="311150"/>
          </a:xfrm>
          <a:prstGeom prst="rect">
            <a:avLst/>
          </a:prstGeom>
          <a:noFill/>
          <a:ln/>
        </p:spPr>
        <p:txBody>
          <a:bodyPr wrap="square" lIns="25400" tIns="25400" rIns="25400" bIns="25400" rtlCol="0" anchor="t">
            <a:normAutofit/>
          </a:bodyPr>
          <a:lstStyle/>
          <a:p>
            <a:pPr marL="0" indent="0" algn="ctr">
              <a:buNone/>
            </a:pPr>
            <a:r>
              <a:rPr lang="en-US" sz="1650" dirty="0">
                <a:solidFill>
                  <a:srgbClr val="8C99AD"/>
                </a:solidFill>
                <a:latin typeface="IBM Plex Mono" pitchFamily="34" charset="0"/>
                <a:ea typeface="IBM Plex Mono" pitchFamily="34" charset="-122"/>
                <a:cs typeface="IBM Plex Mono" pitchFamily="34" charset="-120"/>
              </a:rPr>
              <a:t>Vehicle garage</a:t>
            </a:r>
            <a:endParaRPr lang="en-US" sz="1650" dirty="0"/>
          </a:p>
        </p:txBody>
      </p:sp>
      <p:sp>
        <p:nvSpPr>
          <p:cNvPr id="7" name="Shape 4"/>
          <p:cNvSpPr/>
          <p:nvPr/>
        </p:nvSpPr>
        <p:spPr>
          <a:xfrm>
            <a:off x="3979267" y="2979241"/>
            <a:ext cx="2607667" cy="5334000"/>
          </a:xfrm>
          <a:prstGeom prst="roundRect">
            <a:avLst>
              <a:gd name="adj" fmla="val 7305"/>
            </a:avLst>
          </a:prstGeom>
          <a:ln/>
          <a:effectLst>
            <a:outerShdw blurRad="457200" dist="190500" dir="5400000" algn="bl" rotWithShape="0">
              <a:srgbClr val="221A12">
                <a:alpha val="18000"/>
              </a:srgbClr>
            </a:outerShdw>
          </a:effectLst>
        </p:spPr>
        <p:txBody>
          <a:bodyPr/>
          <a:lstStyle/>
          <a:p>
            <a:endParaRPr lang="en-GB"/>
          </a:p>
        </p:txBody>
      </p:sp>
      <p:pic>
        <p:nvPicPr>
          <p:cNvPr id="8" name="Image 1"/>
          <p:cNvPicPr>
            <a:picLocks noChangeAspect="1"/>
          </p:cNvPicPr>
          <p:nvPr/>
        </p:nvPicPr>
        <p:blipFill>
          <a:blip r:embed="rId4"/>
          <a:srcRect/>
          <a:stretch/>
        </p:blipFill>
        <p:spPr>
          <a:xfrm>
            <a:off x="4019785" y="2979241"/>
            <a:ext cx="2526631" cy="5334000"/>
          </a:xfrm>
          <a:prstGeom prst="rect">
            <a:avLst/>
          </a:prstGeom>
          <a:effectLst>
            <a:glow rad="63500">
              <a:srgbClr val="0E7468">
                <a:alpha val="40000"/>
              </a:srgbClr>
            </a:glow>
          </a:effectLst>
        </p:spPr>
      </p:pic>
      <p:sp>
        <p:nvSpPr>
          <p:cNvPr id="9" name="Text 5"/>
          <p:cNvSpPr/>
          <p:nvPr/>
        </p:nvSpPr>
        <p:spPr>
          <a:xfrm>
            <a:off x="3848884" y="8446591"/>
            <a:ext cx="2868434" cy="311150"/>
          </a:xfrm>
          <a:prstGeom prst="rect">
            <a:avLst/>
          </a:prstGeom>
          <a:noFill/>
          <a:ln/>
        </p:spPr>
        <p:txBody>
          <a:bodyPr wrap="square" lIns="25400" tIns="25400" rIns="25400" bIns="25400" rtlCol="0" anchor="t">
            <a:normAutofit/>
          </a:bodyPr>
          <a:lstStyle/>
          <a:p>
            <a:pPr marL="0" indent="0" algn="ctr">
              <a:buNone/>
            </a:pPr>
            <a:r>
              <a:rPr lang="en-US" sz="1650" dirty="0">
                <a:solidFill>
                  <a:srgbClr val="8C99AD"/>
                </a:solidFill>
                <a:latin typeface="IBM Plex Mono" pitchFamily="34" charset="0"/>
                <a:ea typeface="IBM Plex Mono" pitchFamily="34" charset="-122"/>
                <a:cs typeface="IBM Plex Mono" pitchFamily="34" charset="-120"/>
              </a:rPr>
              <a:t>Settings</a:t>
            </a:r>
            <a:endParaRPr lang="en-US" sz="1650" dirty="0"/>
          </a:p>
        </p:txBody>
      </p:sp>
      <p:sp>
        <p:nvSpPr>
          <p:cNvPr id="10" name="Shape 6"/>
          <p:cNvSpPr/>
          <p:nvPr/>
        </p:nvSpPr>
        <p:spPr>
          <a:xfrm>
            <a:off x="7196535" y="3935909"/>
            <a:ext cx="10043716"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11" name="Text 7"/>
          <p:cNvSpPr/>
          <p:nvPr/>
        </p:nvSpPr>
        <p:spPr>
          <a:xfrm>
            <a:off x="7469585" y="4170859"/>
            <a:ext cx="10447377"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Vehicle garage</a:t>
            </a:r>
            <a:endParaRPr lang="en-US" sz="2025" dirty="0"/>
          </a:p>
        </p:txBody>
      </p:sp>
      <p:sp>
        <p:nvSpPr>
          <p:cNvPr id="12" name="Text 8"/>
          <p:cNvSpPr/>
          <p:nvPr/>
        </p:nvSpPr>
        <p:spPr>
          <a:xfrm>
            <a:off x="7469585" y="4542334"/>
            <a:ext cx="10447377"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Save, switch and manage cars so results filter to your make, model and engine.</a:t>
            </a:r>
            <a:endParaRPr lang="en-US" sz="1800" dirty="0"/>
          </a:p>
        </p:txBody>
      </p:sp>
      <p:sp>
        <p:nvSpPr>
          <p:cNvPr id="13" name="Shape 9"/>
          <p:cNvSpPr/>
          <p:nvPr/>
        </p:nvSpPr>
        <p:spPr>
          <a:xfrm>
            <a:off x="7196535" y="5268714"/>
            <a:ext cx="10043716"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14" name="Text 10"/>
          <p:cNvSpPr/>
          <p:nvPr/>
        </p:nvSpPr>
        <p:spPr>
          <a:xfrm>
            <a:off x="7469585" y="5503664"/>
            <a:ext cx="10447377"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Diagnosis history</a:t>
            </a:r>
            <a:endParaRPr lang="en-US" sz="2025" dirty="0"/>
          </a:p>
        </p:txBody>
      </p:sp>
      <p:sp>
        <p:nvSpPr>
          <p:cNvPr id="15" name="Text 11"/>
          <p:cNvSpPr/>
          <p:nvPr/>
        </p:nvSpPr>
        <p:spPr>
          <a:xfrm>
            <a:off x="7469585" y="5875139"/>
            <a:ext cx="10447377"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Every past check, with a note you can add — kept entirely on the device.</a:t>
            </a:r>
            <a:endParaRPr lang="en-US" sz="1800" dirty="0"/>
          </a:p>
        </p:txBody>
      </p:sp>
      <p:sp>
        <p:nvSpPr>
          <p:cNvPr id="16" name="Shape 12"/>
          <p:cNvSpPr/>
          <p:nvPr/>
        </p:nvSpPr>
        <p:spPr>
          <a:xfrm>
            <a:off x="7196535" y="6601520"/>
            <a:ext cx="10043716" cy="1161355"/>
          </a:xfrm>
          <a:prstGeom prst="roundRect">
            <a:avLst>
              <a:gd name="adj" fmla="val 13123"/>
            </a:avLst>
          </a:prstGeom>
          <a:solidFill>
            <a:srgbClr val="FFFFFF"/>
          </a:solidFill>
          <a:ln w="6350">
            <a:solidFill>
              <a:srgbClr val="ECE2D4"/>
            </a:solidFill>
            <a:prstDash val="solid"/>
          </a:ln>
        </p:spPr>
        <p:txBody>
          <a:bodyPr/>
          <a:lstStyle/>
          <a:p>
            <a:endParaRPr lang="en-GB"/>
          </a:p>
        </p:txBody>
      </p:sp>
      <p:sp>
        <p:nvSpPr>
          <p:cNvPr id="17" name="Text 13"/>
          <p:cNvSpPr/>
          <p:nvPr/>
        </p:nvSpPr>
        <p:spPr>
          <a:xfrm>
            <a:off x="7469585" y="6836470"/>
            <a:ext cx="10447377"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221A12"/>
                </a:solidFill>
                <a:latin typeface="Sora" pitchFamily="34" charset="0"/>
                <a:ea typeface="Sora" pitchFamily="34" charset="-122"/>
                <a:cs typeface="Sora" pitchFamily="34" charset="-120"/>
              </a:rPr>
              <a:t>Settings &amp; emergency contacts</a:t>
            </a:r>
            <a:endParaRPr lang="en-US" sz="2025" dirty="0"/>
          </a:p>
        </p:txBody>
      </p:sp>
      <p:sp>
        <p:nvSpPr>
          <p:cNvPr id="18" name="Text 14"/>
          <p:cNvSpPr/>
          <p:nvPr/>
        </p:nvSpPr>
        <p:spPr>
          <a:xfrm>
            <a:off x="7469585" y="7207945"/>
            <a:ext cx="10447377"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7A6E60"/>
                </a:solidFill>
                <a:latin typeface="Plus Jakarta Sans" pitchFamily="34" charset="0"/>
                <a:ea typeface="Plus Jakarta Sans" pitchFamily="34" charset="-122"/>
                <a:cs typeface="Plus Jakarta Sans" pitchFamily="34" charset="-120"/>
              </a:rPr>
              <a:t>Saved mechanic numbers for the critical prompt, permissions, and "delete all my data."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74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2000" y="4159250"/>
            <a:ext cx="7810500" cy="7810500"/>
          </a:xfrm>
          <a:prstGeom prst="rect">
            <a:avLst/>
          </a:prstGeom>
        </p:spPr>
      </p:pic>
      <p:sp>
        <p:nvSpPr>
          <p:cNvPr id="3" name="Text 0"/>
          <p:cNvSpPr/>
          <p:nvPr/>
        </p:nvSpPr>
        <p:spPr>
          <a:xfrm>
            <a:off x="1047750" y="762000"/>
            <a:ext cx="17811750" cy="336550"/>
          </a:xfrm>
          <a:prstGeom prst="rect">
            <a:avLst/>
          </a:prstGeom>
          <a:noFill/>
          <a:ln/>
        </p:spPr>
        <p:txBody>
          <a:bodyPr wrap="square" lIns="25400" tIns="25400" rIns="25400" bIns="25400" rtlCol="0" anchor="t">
            <a:normAutofit/>
          </a:bodyPr>
          <a:lstStyle/>
          <a:p>
            <a:pPr marL="0" indent="0" algn="l">
              <a:buNone/>
            </a:pPr>
            <a:r>
              <a:rPr lang="en-US" sz="1800" kern="0" spc="468" dirty="0">
                <a:solidFill>
                  <a:srgbClr val="BFE3DC"/>
                </a:solidFill>
                <a:latin typeface="IBM Plex Mono" pitchFamily="34" charset="0"/>
                <a:ea typeface="IBM Plex Mono" pitchFamily="34" charset="-122"/>
                <a:cs typeface="IBM Plex Mono" pitchFamily="34" charset="-120"/>
              </a:rPr>
              <a:t>BUILT TO WORK ANYWHERE</a:t>
            </a:r>
            <a:endParaRPr lang="en-US" sz="1800" dirty="0"/>
          </a:p>
        </p:txBody>
      </p:sp>
      <p:sp>
        <p:nvSpPr>
          <p:cNvPr id="4" name="Text 1"/>
          <p:cNvSpPr/>
          <p:nvPr/>
        </p:nvSpPr>
        <p:spPr>
          <a:xfrm>
            <a:off x="1047750" y="1250950"/>
            <a:ext cx="17811750" cy="7429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111" dirty="0">
                <a:solidFill>
                  <a:srgbClr val="FBF6EE"/>
                </a:solidFill>
                <a:latin typeface="Sora" pitchFamily="34" charset="0"/>
                <a:ea typeface="Sora" pitchFamily="34" charset="-122"/>
                <a:cs typeface="Sora" pitchFamily="34" charset="-120"/>
              </a:rPr>
              <a:t>No signal. No hardware. No problem.</a:t>
            </a:r>
            <a:endParaRPr lang="en-US" sz="5550" dirty="0"/>
          </a:p>
        </p:txBody>
      </p:sp>
      <p:sp>
        <p:nvSpPr>
          <p:cNvPr id="5" name="Shape 2"/>
          <p:cNvSpPr/>
          <p:nvPr/>
        </p:nvSpPr>
        <p:spPr>
          <a:xfrm>
            <a:off x="1047750" y="2374900"/>
            <a:ext cx="5232400" cy="1704181"/>
          </a:xfrm>
          <a:prstGeom prst="roundRect">
            <a:avLst>
              <a:gd name="adj" fmla="val 10061"/>
            </a:avLst>
          </a:prstGeom>
          <a:solidFill>
            <a:srgbClr val="FBF6EE">
              <a:alpha val="8000"/>
            </a:srgbClr>
          </a:solidFill>
          <a:ln w="6350">
            <a:solidFill>
              <a:srgbClr val="FBF6EE">
                <a:alpha val="18000"/>
              </a:srgbClr>
            </a:solidFill>
            <a:prstDash val="solid"/>
          </a:ln>
        </p:spPr>
        <p:txBody>
          <a:bodyPr/>
          <a:lstStyle/>
          <a:p>
            <a:endParaRPr lang="en-GB"/>
          </a:p>
        </p:txBody>
      </p:sp>
      <p:sp>
        <p:nvSpPr>
          <p:cNvPr id="6" name="Text 3"/>
          <p:cNvSpPr/>
          <p:nvPr/>
        </p:nvSpPr>
        <p:spPr>
          <a:xfrm>
            <a:off x="1358900" y="2667000"/>
            <a:ext cx="507111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FBF6EE"/>
                </a:solidFill>
                <a:latin typeface="Sora" pitchFamily="34" charset="0"/>
                <a:ea typeface="Sora" pitchFamily="34" charset="-122"/>
                <a:cs typeface="Sora" pitchFamily="34" charset="-120"/>
              </a:rPr>
              <a:t>Fully offline</a:t>
            </a:r>
            <a:endParaRPr lang="en-US" sz="2250" dirty="0"/>
          </a:p>
        </p:txBody>
      </p:sp>
      <p:sp>
        <p:nvSpPr>
          <p:cNvPr id="7" name="Text 4"/>
          <p:cNvSpPr/>
          <p:nvPr/>
        </p:nvSpPr>
        <p:spPr>
          <a:xfrm>
            <a:off x="1358900" y="3124200"/>
            <a:ext cx="4748403"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BF6EE">
                    <a:alpha val="85000"/>
                  </a:srgbClr>
                </a:solidFill>
                <a:latin typeface="Plus Jakarta Sans" pitchFamily="34" charset="0"/>
                <a:ea typeface="Plus Jakarta Sans" pitchFamily="34" charset="-122"/>
                <a:cs typeface="Plus Jakarta Sans" pitchFamily="34" charset="-120"/>
              </a:rPr>
              <a:t>Core features work from first launch — no connection, no account.</a:t>
            </a:r>
            <a:endParaRPr lang="en-US" sz="1800" dirty="0"/>
          </a:p>
        </p:txBody>
      </p:sp>
      <p:sp>
        <p:nvSpPr>
          <p:cNvPr id="8" name="Shape 5"/>
          <p:cNvSpPr/>
          <p:nvPr/>
        </p:nvSpPr>
        <p:spPr>
          <a:xfrm>
            <a:off x="6527800" y="2374900"/>
            <a:ext cx="5232400" cy="1704181"/>
          </a:xfrm>
          <a:prstGeom prst="roundRect">
            <a:avLst>
              <a:gd name="adj" fmla="val 10061"/>
            </a:avLst>
          </a:prstGeom>
          <a:solidFill>
            <a:srgbClr val="FBF6EE">
              <a:alpha val="8000"/>
            </a:srgbClr>
          </a:solidFill>
          <a:ln w="6350">
            <a:solidFill>
              <a:srgbClr val="FBF6EE">
                <a:alpha val="18000"/>
              </a:srgbClr>
            </a:solidFill>
            <a:prstDash val="solid"/>
          </a:ln>
        </p:spPr>
        <p:txBody>
          <a:bodyPr/>
          <a:lstStyle/>
          <a:p>
            <a:endParaRPr lang="en-GB"/>
          </a:p>
        </p:txBody>
      </p:sp>
      <p:sp>
        <p:nvSpPr>
          <p:cNvPr id="9" name="Text 6"/>
          <p:cNvSpPr/>
          <p:nvPr/>
        </p:nvSpPr>
        <p:spPr>
          <a:xfrm>
            <a:off x="6838950" y="2667000"/>
            <a:ext cx="507111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FBF6EE"/>
                </a:solidFill>
                <a:latin typeface="Sora" pitchFamily="34" charset="0"/>
                <a:ea typeface="Sora" pitchFamily="34" charset="-122"/>
                <a:cs typeface="Sora" pitchFamily="34" charset="-120"/>
              </a:rPr>
              <a:t>On-device AI</a:t>
            </a:r>
            <a:endParaRPr lang="en-US" sz="2250" dirty="0"/>
          </a:p>
        </p:txBody>
      </p:sp>
      <p:sp>
        <p:nvSpPr>
          <p:cNvPr id="10" name="Text 7"/>
          <p:cNvSpPr/>
          <p:nvPr/>
        </p:nvSpPr>
        <p:spPr>
          <a:xfrm>
            <a:off x="6838950" y="3124200"/>
            <a:ext cx="4748403"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BF6EE">
                    <a:alpha val="85000"/>
                  </a:srgbClr>
                </a:solidFill>
                <a:latin typeface="Plus Jakarta Sans" pitchFamily="34" charset="0"/>
                <a:ea typeface="Plus Jakarta Sans" pitchFamily="34" charset="-122"/>
                <a:cs typeface="Plus Jakarta Sans" pitchFamily="34" charset="-120"/>
              </a:rPr>
              <a:t>A 0.59 MB model recognises warning lights in under a second.</a:t>
            </a:r>
            <a:endParaRPr lang="en-US" sz="1800" dirty="0"/>
          </a:p>
        </p:txBody>
      </p:sp>
      <p:sp>
        <p:nvSpPr>
          <p:cNvPr id="11" name="Shape 8"/>
          <p:cNvSpPr/>
          <p:nvPr/>
        </p:nvSpPr>
        <p:spPr>
          <a:xfrm>
            <a:off x="12007851" y="2374900"/>
            <a:ext cx="5232400" cy="1704181"/>
          </a:xfrm>
          <a:prstGeom prst="roundRect">
            <a:avLst>
              <a:gd name="adj" fmla="val 10061"/>
            </a:avLst>
          </a:prstGeom>
          <a:solidFill>
            <a:srgbClr val="FBF6EE">
              <a:alpha val="8000"/>
            </a:srgbClr>
          </a:solidFill>
          <a:ln w="6350">
            <a:solidFill>
              <a:srgbClr val="FBF6EE">
                <a:alpha val="18000"/>
              </a:srgbClr>
            </a:solidFill>
            <a:prstDash val="solid"/>
          </a:ln>
        </p:spPr>
        <p:txBody>
          <a:bodyPr/>
          <a:lstStyle/>
          <a:p>
            <a:endParaRPr lang="en-GB"/>
          </a:p>
        </p:txBody>
      </p:sp>
      <p:sp>
        <p:nvSpPr>
          <p:cNvPr id="12" name="Text 9"/>
          <p:cNvSpPr/>
          <p:nvPr/>
        </p:nvSpPr>
        <p:spPr>
          <a:xfrm>
            <a:off x="12319000" y="2667000"/>
            <a:ext cx="507111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FBF6EE"/>
                </a:solidFill>
                <a:latin typeface="Sora" pitchFamily="34" charset="0"/>
                <a:ea typeface="Sora" pitchFamily="34" charset="-122"/>
                <a:cs typeface="Sora" pitchFamily="34" charset="-120"/>
              </a:rPr>
              <a:t>Private by design</a:t>
            </a:r>
            <a:endParaRPr lang="en-US" sz="2250" dirty="0"/>
          </a:p>
        </p:txBody>
      </p:sp>
      <p:sp>
        <p:nvSpPr>
          <p:cNvPr id="13" name="Text 10"/>
          <p:cNvSpPr/>
          <p:nvPr/>
        </p:nvSpPr>
        <p:spPr>
          <a:xfrm>
            <a:off x="12319000" y="3124200"/>
            <a:ext cx="4748403" cy="7008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BF6EE">
                    <a:alpha val="85000"/>
                  </a:srgbClr>
                </a:solidFill>
                <a:latin typeface="Plus Jakarta Sans" pitchFamily="34" charset="0"/>
                <a:ea typeface="Plus Jakarta Sans" pitchFamily="34" charset="-122"/>
                <a:cs typeface="Plus Jakarta Sans" pitchFamily="34" charset="-120"/>
              </a:rPr>
              <a:t>Raw images and audio never leave your phone.</a:t>
            </a:r>
            <a:endParaRPr lang="en-US" sz="180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50" y="6154341"/>
            <a:ext cx="628650" cy="628650"/>
          </a:xfrm>
          <a:prstGeom prst="rect">
            <a:avLst/>
          </a:prstGeom>
        </p:spPr>
      </p:pic>
      <p:sp>
        <p:nvSpPr>
          <p:cNvPr id="15" name="Text 11"/>
          <p:cNvSpPr/>
          <p:nvPr/>
        </p:nvSpPr>
        <p:spPr>
          <a:xfrm>
            <a:off x="1905000" y="6168628"/>
            <a:ext cx="2952800" cy="6381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250" b="1" kern="0" spc="-158" dirty="0">
                <a:solidFill>
                  <a:srgbClr val="FBF6EE"/>
                </a:solidFill>
                <a:latin typeface="Sora" pitchFamily="34" charset="0"/>
                <a:ea typeface="Sora" pitchFamily="34" charset="-122"/>
                <a:cs typeface="Sora" pitchFamily="34" charset="-120"/>
              </a:rPr>
              <a:t>Car</a:t>
            </a:r>
            <a:r>
              <a:rPr lang="en-US" sz="5250" b="1" kern="0" spc="-158" dirty="0">
                <a:solidFill>
                  <a:srgbClr val="F2A23C"/>
                </a:solidFill>
                <a:latin typeface="Sora" pitchFamily="34" charset="0"/>
                <a:ea typeface="Sora" pitchFamily="34" charset="-122"/>
                <a:cs typeface="Sora" pitchFamily="34" charset="-120"/>
              </a:rPr>
              <a:t>Diag</a:t>
            </a:r>
            <a:endParaRPr lang="en-US" sz="5250" dirty="0"/>
          </a:p>
        </p:txBody>
      </p:sp>
      <p:sp>
        <p:nvSpPr>
          <p:cNvPr id="16" name="Text 12"/>
          <p:cNvSpPr/>
          <p:nvPr/>
        </p:nvSpPr>
        <p:spPr>
          <a:xfrm>
            <a:off x="4875113" y="6252766"/>
            <a:ext cx="5009555" cy="469900"/>
          </a:xfrm>
          <a:prstGeom prst="rect">
            <a:avLst/>
          </a:prstGeom>
          <a:noFill/>
          <a:ln/>
        </p:spPr>
        <p:txBody>
          <a:bodyPr wrap="square" lIns="25400" tIns="25400" rIns="25400" bIns="25400" rtlCol="0" anchor="t">
            <a:normAutofit/>
          </a:bodyPr>
          <a:lstStyle/>
          <a:p>
            <a:pPr marL="0" indent="0" algn="l">
              <a:buNone/>
            </a:pPr>
            <a:r>
              <a:rPr lang="en-US" sz="2700" b="1" dirty="0">
                <a:solidFill>
                  <a:srgbClr val="FBF6EE">
                    <a:alpha val="70000"/>
                  </a:srgbClr>
                </a:solidFill>
                <a:latin typeface="Sora" pitchFamily="34" charset="0"/>
                <a:ea typeface="Sora" pitchFamily="34" charset="-122"/>
                <a:cs typeface="Sora" pitchFamily="34" charset="-120"/>
              </a:rPr>
              <a:t>— your pocket diagnostic.</a:t>
            </a:r>
            <a:endParaRPr lang="en-US" sz="2700" dirty="0"/>
          </a:p>
        </p:txBody>
      </p:sp>
      <p:sp>
        <p:nvSpPr>
          <p:cNvPr id="17" name="Shape 13"/>
          <p:cNvSpPr/>
          <p:nvPr/>
        </p:nvSpPr>
        <p:spPr>
          <a:xfrm>
            <a:off x="1047750" y="8858250"/>
            <a:ext cx="16192500" cy="9525"/>
          </a:xfrm>
          <a:prstGeom prst="rect">
            <a:avLst/>
          </a:prstGeom>
          <a:solidFill>
            <a:srgbClr val="FBF6EE">
              <a:alpha val="22000"/>
            </a:srgbClr>
          </a:solidFill>
          <a:ln/>
        </p:spPr>
        <p:txBody>
          <a:bodyPr/>
          <a:lstStyle/>
          <a:p>
            <a:endParaRPr lang="en-GB"/>
          </a:p>
        </p:txBody>
      </p:sp>
      <p:sp>
        <p:nvSpPr>
          <p:cNvPr id="18" name="Text 14"/>
          <p:cNvSpPr/>
          <p:nvPr/>
        </p:nvSpPr>
        <p:spPr>
          <a:xfrm>
            <a:off x="1047750" y="9182100"/>
            <a:ext cx="12479274" cy="381000"/>
          </a:xfrm>
          <a:prstGeom prst="rect">
            <a:avLst/>
          </a:prstGeom>
          <a:noFill/>
          <a:ln/>
        </p:spPr>
        <p:txBody>
          <a:bodyPr wrap="square" lIns="25400" tIns="25400" rIns="25400" bIns="25400" rtlCol="0" anchor="t">
            <a:normAutofit fontScale="92500" lnSpcReduction="10000"/>
          </a:bodyPr>
          <a:lstStyle/>
          <a:p>
            <a:pPr marL="0" indent="0" algn="l">
              <a:lnSpc>
                <a:spcPct val="180000"/>
              </a:lnSpc>
              <a:buNone/>
            </a:pPr>
            <a:r>
              <a:rPr lang="en-US" sz="1500" b="1" dirty="0">
                <a:solidFill>
                  <a:srgbClr val="FBF6EE"/>
                </a:solidFill>
                <a:latin typeface="IBM Plex Mono" pitchFamily="34" charset="0"/>
                <a:ea typeface="IBM Plex Mono" pitchFamily="34" charset="-122"/>
                <a:cs typeface="IBM Plex Mono" pitchFamily="34" charset="-120"/>
              </a:rPr>
              <a:t>Group 8 </a:t>
            </a:r>
            <a:r>
              <a:rPr lang="en-US" sz="1500" dirty="0">
                <a:solidFill>
                  <a:srgbClr val="BFE3DC"/>
                </a:solidFill>
                <a:latin typeface="IBM Plex Mono" pitchFamily="34" charset="0"/>
                <a:ea typeface="IBM Plex Mono" pitchFamily="34" charset="-122"/>
                <a:cs typeface="IBM Plex Mono" pitchFamily="34" charset="-120"/>
              </a:rPr>
              <a:t>· Salle Yimnai Bryan · Fongang Faith · Andigema Joyce · Manikeu Marie Ange · Ndip Samuel</a:t>
            </a:r>
            <a:endParaRPr lang="en-US" sz="1500" dirty="0"/>
          </a:p>
        </p:txBody>
      </p:sp>
      <p:sp>
        <p:nvSpPr>
          <p:cNvPr id="19" name="Text 15"/>
          <p:cNvSpPr/>
          <p:nvPr/>
        </p:nvSpPr>
        <p:spPr>
          <a:xfrm>
            <a:off x="15347057" y="9093200"/>
            <a:ext cx="2082512" cy="469900"/>
          </a:xfrm>
          <a:prstGeom prst="rect">
            <a:avLst/>
          </a:prstGeom>
          <a:noFill/>
          <a:ln/>
        </p:spPr>
        <p:txBody>
          <a:bodyPr wrap="square" lIns="25400" tIns="25400" rIns="25400" bIns="25400" rtlCol="0" anchor="t">
            <a:normAutofit/>
          </a:bodyPr>
          <a:lstStyle/>
          <a:p>
            <a:pPr marL="0" indent="0" algn="l">
              <a:buNone/>
            </a:pPr>
            <a:r>
              <a:rPr lang="en-US" sz="2700" b="1" dirty="0">
                <a:solidFill>
                  <a:srgbClr val="FBF6EE"/>
                </a:solidFill>
                <a:latin typeface="Sora" pitchFamily="34" charset="0"/>
                <a:ea typeface="Sora" pitchFamily="34" charset="-122"/>
                <a:cs typeface="Sora" pitchFamily="34" charset="-120"/>
              </a:rPr>
              <a:t>Thank you.</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1684</Words>
  <Application>Microsoft Office PowerPoint</Application>
  <PresentationFormat>Custom</PresentationFormat>
  <Paragraphs>136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IBM Plex Mono</vt:lpstr>
      <vt:lpstr>Plus Jakarta Sans</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Bryan Etuge</cp:lastModifiedBy>
  <cp:revision>1</cp:revision>
  <dcterms:created xsi:type="dcterms:W3CDTF">2026-07-04T05:25:02Z</dcterms:created>
  <dcterms:modified xsi:type="dcterms:W3CDTF">2026-07-04T05:53:45Z</dcterms:modified>
</cp:coreProperties>
</file>