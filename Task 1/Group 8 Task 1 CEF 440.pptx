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  <p:sldId id="266" r:id="rId12"/>
    <p:sldId id="268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AFD"/>
    <a:srgbClr val="E5E8EC"/>
    <a:srgbClr val="F1F4F7"/>
    <a:srgbClr val="FFFFFF"/>
    <a:srgbClr val="EAF1FA"/>
    <a:srgbClr val="86F898"/>
    <a:srgbClr val="D8E2FF"/>
    <a:srgbClr val="005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A86C37-A9C8-43B4-815D-5C125003B323}" type="datetimeFigureOut">
              <a:rPr lang="en-GB" smtClean="0"/>
              <a:t>06/04/2026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AFF9C-808C-4289-AC43-76E0F6A311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57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AFF9C-808C-4289-AC43-76E0F6A3116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04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C2B1-99AA-F000-9A41-BD3ACACF6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8A149-060F-5AB3-39AD-155694106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37E6F-C0E4-C584-345A-A8983BEED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981C-9565-418E-BE23-F67D51A56A62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8ACA-AD68-26B2-736B-5B948C378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158F4-C10C-492F-A628-135767455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B900-060F-4916-9585-A9ABB3F8DD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26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49182-6220-257D-F639-26122B04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FF16E-CF00-09DA-4F27-D505C1A81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ADA2E-C589-9260-E0A4-4748A699A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981C-9565-418E-BE23-F67D51A56A62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C986D-1BCD-F649-5566-66DF167A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A25BB-A4B9-1655-015B-1731DA2D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B900-060F-4916-9585-A9ABB3F8DD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700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CEE7-E00E-9D60-E1B1-475490E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43397-43AE-CD48-FC54-0B469D684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17B6F-E57F-D5C4-1875-01FF78C9F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981C-9565-418E-BE23-F67D51A56A62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58C9B-9934-C6BF-F22B-2EA20372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05E01-AD43-772B-70C5-6BD3F961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B900-060F-4916-9585-A9ABB3F8DD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230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B6B4F-3083-A96B-9E38-94DACD72B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28C51-7F62-6A24-11BB-D7E276932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BFC52-411B-6DB1-9AF9-5C630F5BE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F2D87-DF29-B0E8-F95A-BF4F2C92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981C-9565-418E-BE23-F67D51A56A62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D0985C-C10B-AC7A-C9FA-102B24CB3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7BE2B-67AD-72A6-5B82-7E7C9822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B900-060F-4916-9585-A9ABB3F8DD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13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53FF6-2027-9D37-2D97-588859ADF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6FEB0-4306-7FFC-3A89-667123EDB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EC82F-CADE-6EB2-3862-418CD452C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D00D01-61F6-0076-3CA9-55CC46137A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6343C-9E26-DEF2-DA24-DCD4DF414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541F83-0F1A-53FE-94D2-C689DFACD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981C-9565-418E-BE23-F67D51A56A62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49733-AB8B-240A-6E0A-536D6BF34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3D7234-D520-61B0-2348-6EF22732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B900-060F-4916-9585-A9ABB3F8DD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151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C323-C943-B976-F889-A90782D75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63F0E-1654-8717-92C2-7C154D93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981C-9565-418E-BE23-F67D51A56A62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CCF9E-0525-034A-6036-23539A5A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9920-C1B9-5B88-C6EC-505DE1244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B900-060F-4916-9585-A9ABB3F8DD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411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51EE69-7DBD-45D3-54F9-79B5AE342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981C-9565-418E-BE23-F67D51A56A62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D6E63-75BC-F96B-5351-0917746D0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26CFE-FF35-85FE-F122-6EBF2600F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B900-060F-4916-9585-A9ABB3F8DD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250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A8032-0C19-6B5D-0FCE-7E8B0442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C65AA-1B73-BEB2-B025-77867D00D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9B6C8-BD31-CBE0-7DD2-5102149B8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CB8F9-617C-0ECF-902B-08F5753EF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981C-9565-418E-BE23-F67D51A56A62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B3A78-7814-3EEB-99E0-2B05A55F0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E3ED3-3A51-B33F-41E9-B6B1B460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B900-060F-4916-9585-A9ABB3F8DD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72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F4A8-0330-1EC6-E2FD-B445F88C2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07EFD2-C378-BC29-210B-5FFE191535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C1CA9-CAA8-2227-ED49-DA954ADA2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8EB60-E07F-D252-A729-B8E49204A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981C-9565-418E-BE23-F67D51A56A62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10ED1-9C3C-2E7B-CC83-C0EE38EC5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F66BF-EFB0-3034-3426-690E8A8F7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B900-060F-4916-9585-A9ABB3F8DD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189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9D95D-2EFF-BA6D-9EFB-075B80ED9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9016B8-4AE1-0F41-43BF-85E9582FA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AF047-4E2E-6717-2183-95401258D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981C-9565-418E-BE23-F67D51A56A62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C9CF5-B4E6-3945-AC61-F416E986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0FDE2-172E-E148-2B46-46EC958A4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B900-060F-4916-9585-A9ABB3F8DD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02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5C7FB5-E8A6-B094-42CF-22315A4CDB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5A414-7DAC-B13A-5BF4-8B80409FA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E11A9-6613-65ED-BF2D-0BC7BF89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981C-9565-418E-BE23-F67D51A56A62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292DD-1465-42C9-1497-47D567B39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05D55-2E92-8E91-D6D6-3054B306B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B900-060F-4916-9585-A9ABB3F8DD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6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8EE7F-D220-DD56-2A9E-F0CE04027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BB2FC-03E3-5D68-0522-1C816F037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958BE-4116-A2A6-C57E-9F916B0161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0981C-9565-418E-BE23-F67D51A56A62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26765-B288-FCFB-7811-3B06EE4B7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A3C74-8FE4-D7A4-7A8F-6EBDC5C28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9B900-060F-4916-9585-A9ABB3F8DD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550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93B345C-C518-34E3-BA32-36CB0FAE6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374" y="0"/>
            <a:ext cx="2833352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01553B-7AE3-B59E-5B37-91F689BA8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91" y="217714"/>
            <a:ext cx="4152143" cy="64225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A52B5BC-7CEA-A712-0472-0DBAB16E0E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800" y="0"/>
            <a:ext cx="4873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553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CDA4A9DD-04B5-9719-2F29-D61593022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363"/>
            <a:ext cx="12192000" cy="666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7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115DF0C-A1F3-7CDA-FE92-F729D899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257"/>
            <a:ext cx="12192000" cy="672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34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FE83D2-3EEB-88D1-D800-FA6A5CFDE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599"/>
            <a:ext cx="12192000" cy="663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12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C1423D2-9C1C-8875-5FF0-D22B875AD4ED}"/>
              </a:ext>
            </a:extLst>
          </p:cNvPr>
          <p:cNvGrpSpPr/>
          <p:nvPr/>
        </p:nvGrpSpPr>
        <p:grpSpPr>
          <a:xfrm>
            <a:off x="209852" y="108819"/>
            <a:ext cx="11772296" cy="6640362"/>
            <a:chOff x="16933" y="0"/>
            <a:chExt cx="12158133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A5DB631-5C6B-8A28-0E71-6CB9053A5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33" y="0"/>
              <a:ext cx="12158133" cy="68580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1F8F2F-C34A-7D24-1649-064D778544D3}"/>
                </a:ext>
              </a:extLst>
            </p:cNvPr>
            <p:cNvSpPr/>
            <p:nvPr/>
          </p:nvSpPr>
          <p:spPr>
            <a:xfrm>
              <a:off x="364065" y="4529667"/>
              <a:ext cx="9829801" cy="618066"/>
            </a:xfrm>
            <a:prstGeom prst="rect">
              <a:avLst/>
            </a:prstGeom>
            <a:solidFill>
              <a:srgbClr val="0058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B3F0D50-6691-0E49-7D59-2D20C466C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827" y="4580467"/>
              <a:ext cx="1765080" cy="40634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2EFA796-F856-6EC9-996B-B5C07B7FE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3240" y="4580466"/>
              <a:ext cx="1765080" cy="40634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967F46F-BCD5-0F59-5ADE-396B23028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2653" y="4529667"/>
              <a:ext cx="1765080" cy="40634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94F8BA8-2E97-4B6E-68F7-F0FC445ED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2040" y="5455920"/>
              <a:ext cx="3038070" cy="1402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3872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F3EEB7F-2CC6-FCA7-1082-9593F1E5C8B4}"/>
              </a:ext>
            </a:extLst>
          </p:cNvPr>
          <p:cNvGrpSpPr/>
          <p:nvPr/>
        </p:nvGrpSpPr>
        <p:grpSpPr>
          <a:xfrm>
            <a:off x="0" y="70572"/>
            <a:ext cx="12192000" cy="6716856"/>
            <a:chOff x="0" y="70572"/>
            <a:chExt cx="12192000" cy="671685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90A3A1D-403D-EAA4-15BC-378AA4B8B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0572"/>
              <a:ext cx="12192000" cy="6716856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9C4B3A-2947-8487-B837-07A4C5593E36}"/>
                </a:ext>
              </a:extLst>
            </p:cNvPr>
            <p:cNvSpPr/>
            <p:nvPr/>
          </p:nvSpPr>
          <p:spPr>
            <a:xfrm>
              <a:off x="10312400" y="5219700"/>
              <a:ext cx="1714500" cy="685800"/>
            </a:xfrm>
            <a:prstGeom prst="rect">
              <a:avLst/>
            </a:prstGeom>
            <a:solidFill>
              <a:srgbClr val="F7FA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93684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66D0CB-06BF-E789-1AA6-7D297EECF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4015"/>
            <a:ext cx="12192000" cy="51127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105211-0377-8064-716D-B65B02DB1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2" y="4729013"/>
            <a:ext cx="11963400" cy="206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390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29F149D8-E47D-B1F1-4D05-E89A209D4E3E}"/>
              </a:ext>
            </a:extLst>
          </p:cNvPr>
          <p:cNvGrpSpPr/>
          <p:nvPr/>
        </p:nvGrpSpPr>
        <p:grpSpPr>
          <a:xfrm>
            <a:off x="157843" y="187357"/>
            <a:ext cx="11876314" cy="6483286"/>
            <a:chOff x="157843" y="187357"/>
            <a:chExt cx="11876314" cy="648328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F452EBF-C636-73E3-09C4-B55E82F88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843" y="187357"/>
              <a:ext cx="11876314" cy="648328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A12AC9B-BF13-4D95-08B3-4DD6A547EBE0}"/>
                </a:ext>
              </a:extLst>
            </p:cNvPr>
            <p:cNvSpPr/>
            <p:nvPr/>
          </p:nvSpPr>
          <p:spPr>
            <a:xfrm>
              <a:off x="157843" y="187357"/>
              <a:ext cx="7037614" cy="1173357"/>
            </a:xfrm>
            <a:prstGeom prst="rect">
              <a:avLst/>
            </a:prstGeom>
            <a:solidFill>
              <a:srgbClr val="F7FA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C3F9273-53C4-CF53-BFAF-50B3E1E66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333" y="322158"/>
              <a:ext cx="6008153" cy="97006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2782D1-44BA-955E-654F-8D4C157ED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301" y="2490679"/>
              <a:ext cx="2539683" cy="46984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072FF5-0F61-57E3-84A0-3B4D8F07C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4984" y="2490679"/>
              <a:ext cx="2539683" cy="469842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D2AE47-F145-F49E-AA8C-32E7EE9665D4}"/>
                </a:ext>
              </a:extLst>
            </p:cNvPr>
            <p:cNvSpPr/>
            <p:nvPr/>
          </p:nvSpPr>
          <p:spPr>
            <a:xfrm>
              <a:off x="6289040" y="3977640"/>
              <a:ext cx="3332480" cy="7315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1DBDB53-5D45-8F9A-EC0B-B13AA5C77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4984" y="3977640"/>
              <a:ext cx="2793651" cy="649524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8D8C40-CB42-1820-360E-FCE6D502EFE8}"/>
                </a:ext>
              </a:extLst>
            </p:cNvPr>
            <p:cNvSpPr/>
            <p:nvPr/>
          </p:nvSpPr>
          <p:spPr>
            <a:xfrm>
              <a:off x="6372225" y="2092325"/>
              <a:ext cx="1482725" cy="3587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34AF347-E4C7-9814-A693-5710D3555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4983" y="2157426"/>
              <a:ext cx="2539683" cy="228572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F1287E3-28C4-86C8-EC78-9068D6D41A13}"/>
                </a:ext>
              </a:extLst>
            </p:cNvPr>
            <p:cNvSpPr/>
            <p:nvPr/>
          </p:nvSpPr>
          <p:spPr>
            <a:xfrm>
              <a:off x="596900" y="4035425"/>
              <a:ext cx="971550" cy="212725"/>
            </a:xfrm>
            <a:prstGeom prst="rect">
              <a:avLst/>
            </a:prstGeom>
            <a:solidFill>
              <a:srgbClr val="F1F4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6D93650-B4F6-5D46-B998-8924E3D68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900" y="4090486"/>
              <a:ext cx="984127" cy="126984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7028530-0EAA-FCCE-A4A9-CC90BA3A1CA2}"/>
                </a:ext>
              </a:extLst>
            </p:cNvPr>
            <p:cNvSpPr/>
            <p:nvPr/>
          </p:nvSpPr>
          <p:spPr>
            <a:xfrm>
              <a:off x="327333" y="4996543"/>
              <a:ext cx="11625181" cy="1674100"/>
            </a:xfrm>
            <a:prstGeom prst="rect">
              <a:avLst/>
            </a:prstGeom>
            <a:solidFill>
              <a:srgbClr val="F7FA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70247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E0A6B04-09D4-0B9B-F593-BD8337868BB3}"/>
              </a:ext>
            </a:extLst>
          </p:cNvPr>
          <p:cNvGrpSpPr/>
          <p:nvPr/>
        </p:nvGrpSpPr>
        <p:grpSpPr>
          <a:xfrm>
            <a:off x="147304" y="414572"/>
            <a:ext cx="11897392" cy="5782633"/>
            <a:chOff x="147304" y="414572"/>
            <a:chExt cx="11897392" cy="578263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D747B45-BAD0-36D2-0E7A-F7AAB14D7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304" y="660795"/>
              <a:ext cx="11897392" cy="553641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9910EB8-984B-EAEB-28F6-5EE6DDB4C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454" y="414572"/>
              <a:ext cx="1231746" cy="69842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495475-EB0F-6E7A-1826-6B3731B09FFD}"/>
                </a:ext>
              </a:extLst>
            </p:cNvPr>
            <p:cNvSpPr/>
            <p:nvPr/>
          </p:nvSpPr>
          <p:spPr>
            <a:xfrm>
              <a:off x="147304" y="1388533"/>
              <a:ext cx="4314629" cy="762000"/>
            </a:xfrm>
            <a:prstGeom prst="rect">
              <a:avLst/>
            </a:prstGeom>
            <a:solidFill>
              <a:srgbClr val="F7FA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7C6253D-0F2D-28F9-028F-14D007C20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454" y="1388533"/>
              <a:ext cx="4266667" cy="609524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727F626-05BE-963B-E392-B268FCB352EB}"/>
                </a:ext>
              </a:extLst>
            </p:cNvPr>
            <p:cNvSpPr/>
            <p:nvPr/>
          </p:nvSpPr>
          <p:spPr>
            <a:xfrm>
              <a:off x="457200" y="2709333"/>
              <a:ext cx="2836333" cy="345319"/>
            </a:xfrm>
            <a:prstGeom prst="rect">
              <a:avLst/>
            </a:prstGeom>
            <a:solidFill>
              <a:srgbClr val="D8E2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E39E5EF-7FFF-0E70-B59B-DDBA7524C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689" y="2744683"/>
              <a:ext cx="2844445" cy="253968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33074BC-FCCE-37D3-CBE9-348E312B025C}"/>
                </a:ext>
              </a:extLst>
            </p:cNvPr>
            <p:cNvSpPr/>
            <p:nvPr/>
          </p:nvSpPr>
          <p:spPr>
            <a:xfrm>
              <a:off x="3124200" y="3543300"/>
              <a:ext cx="673100" cy="219075"/>
            </a:xfrm>
            <a:prstGeom prst="rect">
              <a:avLst/>
            </a:prstGeom>
            <a:solidFill>
              <a:srgbClr val="86F89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7BED525-4CC9-E628-5DC9-73680C1D0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4200" y="3564467"/>
              <a:ext cx="609524" cy="1523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1051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F8226B44-9386-5AAE-C2F9-691AC7B8E9C3}"/>
              </a:ext>
            </a:extLst>
          </p:cNvPr>
          <p:cNvGrpSpPr/>
          <p:nvPr/>
        </p:nvGrpSpPr>
        <p:grpSpPr>
          <a:xfrm>
            <a:off x="240196" y="134342"/>
            <a:ext cx="11711608" cy="6589316"/>
            <a:chOff x="240196" y="134342"/>
            <a:chExt cx="11711608" cy="658931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7F9B5C7-2C64-56F9-64B7-F58B108A4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196" y="134342"/>
              <a:ext cx="11711608" cy="6589316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7C9A591-6C88-912C-D1F9-D55A1662E049}"/>
                </a:ext>
              </a:extLst>
            </p:cNvPr>
            <p:cNvSpPr/>
            <p:nvPr/>
          </p:nvSpPr>
          <p:spPr>
            <a:xfrm>
              <a:off x="323850" y="209550"/>
              <a:ext cx="4832350" cy="1314450"/>
            </a:xfrm>
            <a:prstGeom prst="rect">
              <a:avLst/>
            </a:prstGeom>
            <a:solidFill>
              <a:srgbClr val="F7FA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43F1F4E-7953-CCFC-5202-9599EB550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11" y="666857"/>
              <a:ext cx="5688889" cy="85714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BA97CCA-A18F-88E3-B3BF-C981AC8DD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110" y="400682"/>
              <a:ext cx="5688889" cy="152381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4E1B0A-4869-996D-1787-6749E462CB4E}"/>
                </a:ext>
              </a:extLst>
            </p:cNvPr>
            <p:cNvSpPr/>
            <p:nvPr/>
          </p:nvSpPr>
          <p:spPr>
            <a:xfrm>
              <a:off x="587829" y="1796143"/>
              <a:ext cx="4669971" cy="1894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91A79B7-0000-C4B3-80F1-490ED5E58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7830" y="1867009"/>
              <a:ext cx="3001651" cy="185752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ACE2AB0-854E-B251-48AE-DF7A782CA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37022" y="4431048"/>
              <a:ext cx="1847619" cy="146032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57C9844-4A49-89E0-67F2-106B73F3EB57}"/>
                </a:ext>
              </a:extLst>
            </p:cNvPr>
            <p:cNvSpPr/>
            <p:nvPr/>
          </p:nvSpPr>
          <p:spPr>
            <a:xfrm>
              <a:off x="407110" y="5562600"/>
              <a:ext cx="4380790" cy="857143"/>
            </a:xfrm>
            <a:prstGeom prst="rect">
              <a:avLst/>
            </a:prstGeom>
            <a:solidFill>
              <a:srgbClr val="EAF1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9817FAB-01B8-2575-DCE9-408F19C79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3310" y="5664665"/>
              <a:ext cx="863492" cy="863492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DCCA485-00AE-FABF-4B60-032BAB031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6545" y="5664665"/>
              <a:ext cx="3511111" cy="5841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7947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104C5A-7B28-8DFC-EE69-14F1BC394522}"/>
              </a:ext>
            </a:extLst>
          </p:cNvPr>
          <p:cNvGrpSpPr/>
          <p:nvPr/>
        </p:nvGrpSpPr>
        <p:grpSpPr>
          <a:xfrm>
            <a:off x="152400" y="97608"/>
            <a:ext cx="11887200" cy="6662784"/>
            <a:chOff x="152400" y="97608"/>
            <a:chExt cx="11887200" cy="66627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85025F1-2995-63AF-A8C4-D5DF06936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" y="97608"/>
              <a:ext cx="11887200" cy="666278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4E7800E-A702-17D6-38BD-F794D10ADAC3}"/>
                </a:ext>
              </a:extLst>
            </p:cNvPr>
            <p:cNvSpPr/>
            <p:nvPr/>
          </p:nvSpPr>
          <p:spPr>
            <a:xfrm>
              <a:off x="476250" y="2044700"/>
              <a:ext cx="1543050" cy="971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34D5A3-7E3A-FC8A-C28B-7FF25930B58A}"/>
                </a:ext>
              </a:extLst>
            </p:cNvPr>
            <p:cNvSpPr/>
            <p:nvPr/>
          </p:nvSpPr>
          <p:spPr>
            <a:xfrm>
              <a:off x="4375150" y="2044700"/>
              <a:ext cx="1543050" cy="971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539AB7E-859D-5FEA-DA90-9A6BB8AEF5D3}"/>
                </a:ext>
              </a:extLst>
            </p:cNvPr>
            <p:cNvSpPr/>
            <p:nvPr/>
          </p:nvSpPr>
          <p:spPr>
            <a:xfrm>
              <a:off x="8274050" y="2044700"/>
              <a:ext cx="1543050" cy="971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F84E083-2734-5FDC-6BFB-9AD26A94F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759" y="2165395"/>
              <a:ext cx="1346032" cy="73015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52F6B38-B473-A761-8D8D-A5B76031F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6239" y="2165395"/>
              <a:ext cx="1346032" cy="58412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DEAF87B-9FF3-0976-56D2-73E0B97A9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2559" y="2165395"/>
              <a:ext cx="1346032" cy="58412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105D1E3-1E9E-3003-9304-A80A20B45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759" y="2044699"/>
              <a:ext cx="1346032" cy="20317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A730BD9-291B-C179-6519-DBD9FE5E3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6239" y="2039217"/>
              <a:ext cx="1346032" cy="20317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8291F36-20B7-A5E8-B715-026876A44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72559" y="2039216"/>
              <a:ext cx="1346032" cy="20317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7B31F88-E224-7CB6-FC0C-358D05B3D87C}"/>
                </a:ext>
              </a:extLst>
            </p:cNvPr>
            <p:cNvSpPr/>
            <p:nvPr/>
          </p:nvSpPr>
          <p:spPr>
            <a:xfrm>
              <a:off x="574759" y="3920067"/>
              <a:ext cx="1829774" cy="804333"/>
            </a:xfrm>
            <a:prstGeom prst="rect">
              <a:avLst/>
            </a:prstGeom>
            <a:solidFill>
              <a:srgbClr val="F1F4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E00F6D4-5CEF-A118-BF6B-26F0E96FE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1041" y="3950761"/>
              <a:ext cx="1663492" cy="6603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2294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C3BD7FBE-1399-2D9A-1B37-2CE2AD3E1999}"/>
              </a:ext>
            </a:extLst>
          </p:cNvPr>
          <p:cNvGrpSpPr/>
          <p:nvPr/>
        </p:nvGrpSpPr>
        <p:grpSpPr>
          <a:xfrm>
            <a:off x="0" y="7948"/>
            <a:ext cx="12192000" cy="6970025"/>
            <a:chOff x="0" y="7948"/>
            <a:chExt cx="12192000" cy="69700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1652B6D-D23A-2A1D-F7AD-46395B2A0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7948"/>
              <a:ext cx="12192000" cy="684210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9E97D30-25C0-DB9C-E532-1BE0396D1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000" y="1122856"/>
              <a:ext cx="10735602" cy="240625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0648CB-B5F6-9927-3E94-D40E5571E730}"/>
                </a:ext>
              </a:extLst>
            </p:cNvPr>
            <p:cNvSpPr/>
            <p:nvPr/>
          </p:nvSpPr>
          <p:spPr>
            <a:xfrm>
              <a:off x="11370602" y="2184400"/>
              <a:ext cx="635000" cy="469900"/>
            </a:xfrm>
            <a:prstGeom prst="rect">
              <a:avLst/>
            </a:prstGeom>
            <a:solidFill>
              <a:srgbClr val="F7FA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3BEE5E5-90AD-CCB6-1DE8-77C700BD5272}"/>
                </a:ext>
              </a:extLst>
            </p:cNvPr>
            <p:cNvSpPr/>
            <p:nvPr/>
          </p:nvSpPr>
          <p:spPr>
            <a:xfrm>
              <a:off x="186398" y="2091033"/>
              <a:ext cx="635000" cy="469900"/>
            </a:xfrm>
            <a:prstGeom prst="rect">
              <a:avLst/>
            </a:prstGeom>
            <a:solidFill>
              <a:srgbClr val="F7FA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6889616-936F-4797-CBC5-B9A0C692F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398" y="3691637"/>
              <a:ext cx="3492064" cy="190476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2CA98EA-DF4A-2368-AF6E-5B5D9310D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1291" y="3691637"/>
              <a:ext cx="2450794" cy="146666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36A1BAB-A81E-7C27-4A25-4ED49BFA0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398" y="5758925"/>
              <a:ext cx="2450794" cy="1187302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14DF012-CF1B-BA8C-D6A6-08FE75B38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2009" y="5758925"/>
              <a:ext cx="3517460" cy="1219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6688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2C1ABAF-051A-278D-D637-681587CE9C3D}"/>
              </a:ext>
            </a:extLst>
          </p:cNvPr>
          <p:cNvGrpSpPr/>
          <p:nvPr/>
        </p:nvGrpSpPr>
        <p:grpSpPr>
          <a:xfrm>
            <a:off x="0" y="20666"/>
            <a:ext cx="12192000" cy="6816668"/>
            <a:chOff x="0" y="20666"/>
            <a:chExt cx="12192000" cy="681666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B301971-FBC6-51D3-ABC7-4F91F7C0B9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0666"/>
              <a:ext cx="12192000" cy="681666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99D8CEA-6614-C292-0F20-C82DAC048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28648" y="2119202"/>
              <a:ext cx="4140238" cy="1549838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989BD9A-F887-E4AB-6D81-2FEBDFCA9042}"/>
                </a:ext>
              </a:extLst>
            </p:cNvPr>
            <p:cNvSpPr/>
            <p:nvPr/>
          </p:nvSpPr>
          <p:spPr>
            <a:xfrm>
              <a:off x="9568886" y="2785533"/>
              <a:ext cx="464114" cy="465667"/>
            </a:xfrm>
            <a:prstGeom prst="rect">
              <a:avLst/>
            </a:prstGeom>
            <a:solidFill>
              <a:srgbClr val="E5E8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14725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048CD5B-62FA-D712-6831-D189A858C976}"/>
              </a:ext>
            </a:extLst>
          </p:cNvPr>
          <p:cNvGrpSpPr/>
          <p:nvPr/>
        </p:nvGrpSpPr>
        <p:grpSpPr>
          <a:xfrm>
            <a:off x="179837" y="94961"/>
            <a:ext cx="11832326" cy="6668078"/>
            <a:chOff x="179837" y="94961"/>
            <a:chExt cx="11832326" cy="666807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7504242-F1C0-ADE7-3673-0F42F2822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837" y="94961"/>
              <a:ext cx="11832326" cy="666807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299A1F4-E5BC-36E3-1D4E-4EF25F5F5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4476" y="1416825"/>
              <a:ext cx="5687219" cy="51346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9722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C4BFD2F-4522-6B65-F822-281A1F53FA13}"/>
              </a:ext>
            </a:extLst>
          </p:cNvPr>
          <p:cNvGrpSpPr/>
          <p:nvPr/>
        </p:nvGrpSpPr>
        <p:grpSpPr>
          <a:xfrm>
            <a:off x="87085" y="101505"/>
            <a:ext cx="12017829" cy="6654989"/>
            <a:chOff x="87085" y="101505"/>
            <a:chExt cx="12017829" cy="665498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5023DA5-BB0A-1F41-A234-050591806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085" y="101505"/>
              <a:ext cx="12017829" cy="6654989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B80DD8F-F5F5-754C-23A4-2A5948824FAE}"/>
                </a:ext>
              </a:extLst>
            </p:cNvPr>
            <p:cNvSpPr/>
            <p:nvPr/>
          </p:nvSpPr>
          <p:spPr>
            <a:xfrm>
              <a:off x="168275" y="142875"/>
              <a:ext cx="762000" cy="323850"/>
            </a:xfrm>
            <a:prstGeom prst="rect">
              <a:avLst/>
            </a:prstGeom>
            <a:solidFill>
              <a:srgbClr val="F7FA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A58A06D-FEB3-F58E-41F6-131BF61B9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075" y="264442"/>
              <a:ext cx="558730" cy="1460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8845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1</Words>
  <Application>Microsoft Office PowerPoint</Application>
  <PresentationFormat>Widescreen</PresentationFormat>
  <Paragraphs>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Salle Yimnai Bryan</dc:creator>
  <cp:lastModifiedBy>Salle Yimnai Bryan</cp:lastModifiedBy>
  <cp:revision>4</cp:revision>
  <dcterms:created xsi:type="dcterms:W3CDTF">2026-04-05T21:05:27Z</dcterms:created>
  <dcterms:modified xsi:type="dcterms:W3CDTF">2026-04-06T12:45:32Z</dcterms:modified>
</cp:coreProperties>
</file>